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handoutMasterIdLst>
    <p:handoutMasterId r:id="rId10"/>
  </p:handoutMasterIdLst>
  <p:sldIdLst>
    <p:sldId id="392" r:id="rId2"/>
    <p:sldId id="257" r:id="rId3"/>
    <p:sldId id="261" r:id="rId4"/>
    <p:sldId id="259" r:id="rId5"/>
    <p:sldId id="411" r:id="rId6"/>
    <p:sldId id="432" r:id="rId7"/>
    <p:sldId id="414" r:id="rId8"/>
  </p:sldIdLst>
  <p:sldSz cx="24384000" cy="13716000"/>
  <p:notesSz cx="9928225" cy="6797675"/>
  <p:defaultTextStyle>
    <a:defPPr marL="0" marR="0" indent="0" algn="l" defTabSz="914389"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457195"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914389"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1371584"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1828778"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2285973"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2743167"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3200362"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3657556"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15:guide id="1" orient="horz" pos="7835" userDrawn="1">
          <p15:clr>
            <a:srgbClr val="A4A3A4"/>
          </p15:clr>
        </p15:guide>
        <p15:guide id="2" orient="horz" pos="2029" userDrawn="1">
          <p15:clr>
            <a:srgbClr val="A4A3A4"/>
          </p15:clr>
        </p15:guide>
        <p15:guide id="3" pos="921" userDrawn="1">
          <p15:clr>
            <a:srgbClr val="A4A3A4"/>
          </p15:clr>
        </p15:guide>
        <p15:guide id="4" pos="14484" userDrawn="1">
          <p15:clr>
            <a:srgbClr val="A4A3A4"/>
          </p15:clr>
        </p15:guide>
        <p15:guide id="5" orient="horz" pos="7814" userDrawn="1">
          <p15:clr>
            <a:srgbClr val="A4A3A4"/>
          </p15:clr>
        </p15:guide>
        <p15:guide id="6" orient="horz" pos="7518" userDrawn="1">
          <p15:clr>
            <a:srgbClr val="A4A3A4"/>
          </p15:clr>
        </p15:guide>
        <p15:guide id="7" orient="horz" pos="6000" userDrawn="1">
          <p15:clr>
            <a:srgbClr val="A4A3A4"/>
          </p15:clr>
        </p15:guide>
        <p15:guide id="8" orient="horz" pos="5635" userDrawn="1">
          <p15:clr>
            <a:srgbClr val="A4A3A4"/>
          </p15:clr>
        </p15:guide>
        <p15:guide id="9" pos="5617" userDrawn="1">
          <p15:clr>
            <a:srgbClr val="A4A3A4"/>
          </p15:clr>
        </p15:guide>
        <p15:guide id="10" orient="horz" pos="3368" userDrawn="1">
          <p15:clr>
            <a:srgbClr val="A4A3A4"/>
          </p15:clr>
        </p15:guide>
        <p15:guide id="11" orient="horz" pos="2732" userDrawn="1">
          <p15:clr>
            <a:srgbClr val="A4A3A4"/>
          </p15:clr>
        </p15:guide>
        <p15:guide id="12" pos="2737" userDrawn="1">
          <p15:clr>
            <a:srgbClr val="A4A3A4"/>
          </p15:clr>
        </p15:guide>
        <p15:guide id="13" pos="3303" userDrawn="1">
          <p15:clr>
            <a:srgbClr val="A4A3A4"/>
          </p15:clr>
        </p15:guide>
        <p15:guide id="14" pos="1969" userDrawn="1">
          <p15:clr>
            <a:srgbClr val="A4A3A4"/>
          </p15:clr>
        </p15:guide>
        <p15:guide id="15" pos="6410" userDrawn="1">
          <p15:clr>
            <a:srgbClr val="A4A3A4"/>
          </p15:clr>
        </p15:guide>
        <p15:guide id="16" pos="8791" userDrawn="1">
          <p15:clr>
            <a:srgbClr val="A4A3A4"/>
          </p15:clr>
        </p15:guide>
        <p15:guide id="17" pos="14144" userDrawn="1">
          <p15:clr>
            <a:srgbClr val="A4A3A4"/>
          </p15:clr>
        </p15:guide>
        <p15:guide id="18" pos="9449" userDrawn="1">
          <p15:clr>
            <a:srgbClr val="A4A3A4"/>
          </p15:clr>
        </p15:guide>
        <p15:guide id="19" pos="9835" userDrawn="1">
          <p15:clr>
            <a:srgbClr val="A4A3A4"/>
          </p15:clr>
        </p15:guide>
        <p15:guide id="20" pos="11786" userDrawn="1">
          <p15:clr>
            <a:srgbClr val="A4A3A4"/>
          </p15:clr>
        </p15:guide>
        <p15:guide id="21" pos="12217" userDrawn="1">
          <p15:clr>
            <a:srgbClr val="A4A3A4"/>
          </p15:clr>
        </p15:guide>
        <p15:guide id="22" pos="8089" userDrawn="1">
          <p15:clr>
            <a:srgbClr val="A4A3A4"/>
          </p15:clr>
        </p15:guide>
        <p15:guide id="23" pos="4528" userDrawn="1">
          <p15:clr>
            <a:srgbClr val="A4A3A4"/>
          </p15:clr>
        </p15:guide>
        <p15:guide id="24" orient="horz" pos="2640" userDrawn="1">
          <p15:clr>
            <a:srgbClr val="A4A3A4"/>
          </p15:clr>
        </p15:guide>
        <p15:guide id="25" pos="722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Апакин Михаил Александрович" initials="АМА" lastIdx="0" clrIdx="0">
    <p:extLst>
      <p:ext uri="{19B8F6BF-5375-455C-9EA6-DF929625EA0E}">
        <p15:presenceInfo xmlns:p15="http://schemas.microsoft.com/office/powerpoint/2012/main" userId="S-1-5-21-3840247747-1450702109-120892074-122389" providerId="AD"/>
      </p:ext>
    </p:extLst>
  </p:cmAuthor>
  <p:cmAuthor id="2" name="Светлана Корытова" initials="СК" lastIdx="2" clrIdx="1">
    <p:extLst>
      <p:ext uri="{19B8F6BF-5375-455C-9EA6-DF929625EA0E}">
        <p15:presenceInfo xmlns:p15="http://schemas.microsoft.com/office/powerpoint/2012/main" userId="174a7ca35980dd9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F0EF"/>
    <a:srgbClr val="C81240"/>
    <a:srgbClr val="E63542"/>
    <a:srgbClr val="FF5F61"/>
    <a:srgbClr val="D3E0E4"/>
    <a:srgbClr val="5CA8D6"/>
    <a:srgbClr val="5BA7D5"/>
    <a:srgbClr val="171F29"/>
    <a:srgbClr val="002B5B"/>
    <a:srgbClr val="1B25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847"/>
    <p:restoredTop sz="91034" autoAdjust="0"/>
  </p:normalViewPr>
  <p:slideViewPr>
    <p:cSldViewPr snapToGrid="0" snapToObjects="1">
      <p:cViewPr varScale="1">
        <p:scale>
          <a:sx n="57" d="100"/>
          <a:sy n="57" d="100"/>
        </p:scale>
        <p:origin x="688" y="184"/>
      </p:cViewPr>
      <p:guideLst>
        <p:guide orient="horz" pos="7835"/>
        <p:guide orient="horz" pos="2029"/>
        <p:guide pos="921"/>
        <p:guide pos="14484"/>
        <p:guide orient="horz" pos="7814"/>
        <p:guide orient="horz" pos="7518"/>
        <p:guide orient="horz" pos="6000"/>
        <p:guide orient="horz" pos="5635"/>
        <p:guide pos="5617"/>
        <p:guide orient="horz" pos="3368"/>
        <p:guide orient="horz" pos="2732"/>
        <p:guide pos="2737"/>
        <p:guide pos="3303"/>
        <p:guide pos="1969"/>
        <p:guide pos="6410"/>
        <p:guide pos="8791"/>
        <p:guide pos="14144"/>
        <p:guide pos="9449"/>
        <p:guide pos="9835"/>
        <p:guide pos="11786"/>
        <p:guide pos="12217"/>
        <p:guide pos="8089"/>
        <p:guide pos="4528"/>
        <p:guide orient="horz" pos="2640"/>
        <p:guide pos="7226"/>
      </p:guideLst>
    </p:cSldViewPr>
  </p:slideViewPr>
  <p:notesTextViewPr>
    <p:cViewPr>
      <p:scale>
        <a:sx n="1" d="1"/>
        <a:sy n="1" d="1"/>
      </p:scale>
      <p:origin x="0" y="0"/>
    </p:cViewPr>
  </p:notesTextViewPr>
  <p:sorterViewPr>
    <p:cViewPr>
      <p:scale>
        <a:sx n="57" d="100"/>
        <a:sy n="57" d="100"/>
      </p:scale>
      <p:origin x="0" y="0"/>
    </p:cViewPr>
  </p:sorterViewPr>
  <p:notesViewPr>
    <p:cSldViewPr snapToGrid="0" snapToObjects="1">
      <p:cViewPr varScale="1">
        <p:scale>
          <a:sx n="87" d="100"/>
          <a:sy n="87" d="100"/>
        </p:scale>
        <p:origin x="1848" y="5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9642D926-E079-1C43-78F1-C2634BAE59F2}"/>
              </a:ext>
            </a:extLst>
          </p:cNvPr>
          <p:cNvSpPr>
            <a:spLocks noGrp="1"/>
          </p:cNvSpPr>
          <p:nvPr>
            <p:ph type="hdr" sz="quarter"/>
          </p:nvPr>
        </p:nvSpPr>
        <p:spPr>
          <a:xfrm>
            <a:off x="0" y="0"/>
            <a:ext cx="4302125" cy="341313"/>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id="{9A324DC4-BCC9-CDD3-B3AE-F0041C2F345A}"/>
              </a:ext>
            </a:extLst>
          </p:cNvPr>
          <p:cNvSpPr>
            <a:spLocks noGrp="1"/>
          </p:cNvSpPr>
          <p:nvPr>
            <p:ph type="dt" sz="quarter" idx="1"/>
          </p:nvPr>
        </p:nvSpPr>
        <p:spPr>
          <a:xfrm>
            <a:off x="5622925" y="0"/>
            <a:ext cx="4303713" cy="341313"/>
          </a:xfrm>
          <a:prstGeom prst="rect">
            <a:avLst/>
          </a:prstGeom>
        </p:spPr>
        <p:txBody>
          <a:bodyPr vert="horz" lIns="91440" tIns="45720" rIns="91440" bIns="45720" rtlCol="0"/>
          <a:lstStyle>
            <a:lvl1pPr algn="r">
              <a:defRPr sz="1200"/>
            </a:lvl1pPr>
          </a:lstStyle>
          <a:p>
            <a:fld id="{BF52F246-F73D-45E2-9F41-142DBE0880D0}" type="datetimeFigureOut">
              <a:rPr lang="ru-RU" smtClean="0"/>
              <a:t>20.05.2026</a:t>
            </a:fld>
            <a:endParaRPr lang="ru-RU"/>
          </a:p>
        </p:txBody>
      </p:sp>
      <p:sp>
        <p:nvSpPr>
          <p:cNvPr id="4" name="Нижний колонтитул 3">
            <a:extLst>
              <a:ext uri="{FF2B5EF4-FFF2-40B4-BE49-F238E27FC236}">
                <a16:creationId xmlns:a16="http://schemas.microsoft.com/office/drawing/2014/main" id="{EAFD7C1C-1BAD-BDAE-C016-EDBB1CE094D6}"/>
              </a:ext>
            </a:extLst>
          </p:cNvPr>
          <p:cNvSpPr>
            <a:spLocks noGrp="1"/>
          </p:cNvSpPr>
          <p:nvPr>
            <p:ph type="ftr" sz="quarter" idx="2"/>
          </p:nvPr>
        </p:nvSpPr>
        <p:spPr>
          <a:xfrm>
            <a:off x="0" y="6456363"/>
            <a:ext cx="4302125" cy="341312"/>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a16="http://schemas.microsoft.com/office/drawing/2014/main" id="{B634D5B6-F934-9ADB-FA66-ECC7AC603144}"/>
              </a:ext>
            </a:extLst>
          </p:cNvPr>
          <p:cNvSpPr>
            <a:spLocks noGrp="1"/>
          </p:cNvSpPr>
          <p:nvPr>
            <p:ph type="sldNum" sz="quarter" idx="3"/>
          </p:nvPr>
        </p:nvSpPr>
        <p:spPr>
          <a:xfrm>
            <a:off x="5622925" y="6456363"/>
            <a:ext cx="4303713" cy="341312"/>
          </a:xfrm>
          <a:prstGeom prst="rect">
            <a:avLst/>
          </a:prstGeom>
        </p:spPr>
        <p:txBody>
          <a:bodyPr vert="horz" lIns="91440" tIns="45720" rIns="91440" bIns="45720" rtlCol="0" anchor="b"/>
          <a:lstStyle>
            <a:lvl1pPr algn="r">
              <a:defRPr sz="1200"/>
            </a:lvl1pPr>
          </a:lstStyle>
          <a:p>
            <a:fld id="{108E11C1-83C5-430E-8196-D3A36C7AB2BA}" type="slidenum">
              <a:rPr lang="ru-RU" smtClean="0"/>
              <a:t>‹#›</a:t>
            </a:fld>
            <a:endParaRPr lang="ru-RU"/>
          </a:p>
        </p:txBody>
      </p:sp>
    </p:spTree>
    <p:extLst>
      <p:ext uri="{BB962C8B-B14F-4D97-AF65-F5344CB8AC3E}">
        <p14:creationId xmlns:p14="http://schemas.microsoft.com/office/powerpoint/2010/main" val="1740957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4" name="Shape 44"/>
          <p:cNvSpPr>
            <a:spLocks noGrp="1" noRot="1" noChangeAspect="1"/>
          </p:cNvSpPr>
          <p:nvPr>
            <p:ph type="sldImg"/>
          </p:nvPr>
        </p:nvSpPr>
        <p:spPr>
          <a:xfrm>
            <a:off x="2697163" y="509588"/>
            <a:ext cx="4533900" cy="2549525"/>
          </a:xfrm>
          <a:prstGeom prst="rect">
            <a:avLst/>
          </a:prstGeom>
        </p:spPr>
        <p:txBody>
          <a:bodyPr/>
          <a:lstStyle/>
          <a:p>
            <a:endParaRPr dirty="0"/>
          </a:p>
        </p:txBody>
      </p:sp>
      <p:sp>
        <p:nvSpPr>
          <p:cNvPr id="45" name="Shape 45"/>
          <p:cNvSpPr>
            <a:spLocks noGrp="1"/>
          </p:cNvSpPr>
          <p:nvPr>
            <p:ph type="body" sz="quarter" idx="1"/>
          </p:nvPr>
        </p:nvSpPr>
        <p:spPr>
          <a:xfrm>
            <a:off x="1323764" y="3228896"/>
            <a:ext cx="7280698" cy="3058954"/>
          </a:xfrm>
          <a:prstGeom prst="rect">
            <a:avLst/>
          </a:prstGeom>
        </p:spPr>
        <p:txBody>
          <a:bodyPr/>
          <a:lstStyle/>
          <a:p>
            <a:endParaRPr dirty="0"/>
          </a:p>
        </p:txBody>
      </p:sp>
    </p:spTree>
  </p:cSld>
  <p:clrMap bg1="lt1" tx1="dk1" bg2="lt2" tx2="dk2" accent1="accent1" accent2="accent2" accent3="accent3" accent4="accent4" accent5="accent5" accent6="accent6" hlink="hlink" folHlink="folHlink"/>
  <p:notesStyle>
    <a:lvl1pPr defTabSz="457195" latinLnBrk="0">
      <a:lnSpc>
        <a:spcPct val="117999"/>
      </a:lnSpc>
      <a:defRPr sz="2200" b="1" i="0">
        <a:latin typeface="Arial" panose="020B0604020202020204" pitchFamily="34" charset="0"/>
        <a:ea typeface="Helvetica Neue"/>
        <a:cs typeface="Arial" panose="020B0604020202020204" pitchFamily="34" charset="0"/>
        <a:sym typeface="Helvetica Neue"/>
      </a:defRPr>
    </a:lvl1pPr>
    <a:lvl2pPr indent="228597" defTabSz="457195" latinLnBrk="0">
      <a:lnSpc>
        <a:spcPct val="117999"/>
      </a:lnSpc>
      <a:defRPr sz="2200">
        <a:latin typeface="Helvetica Neue"/>
        <a:ea typeface="Helvetica Neue"/>
        <a:cs typeface="Helvetica Neue"/>
        <a:sym typeface="Helvetica Neue"/>
      </a:defRPr>
    </a:lvl2pPr>
    <a:lvl3pPr indent="457195" defTabSz="457195" latinLnBrk="0">
      <a:lnSpc>
        <a:spcPct val="117999"/>
      </a:lnSpc>
      <a:defRPr sz="2200">
        <a:latin typeface="Helvetica Neue"/>
        <a:ea typeface="Helvetica Neue"/>
        <a:cs typeface="Helvetica Neue"/>
        <a:sym typeface="Helvetica Neue"/>
      </a:defRPr>
    </a:lvl3pPr>
    <a:lvl4pPr indent="685792" defTabSz="457195" latinLnBrk="0">
      <a:lnSpc>
        <a:spcPct val="117999"/>
      </a:lnSpc>
      <a:defRPr sz="2200">
        <a:latin typeface="Helvetica Neue"/>
        <a:ea typeface="Helvetica Neue"/>
        <a:cs typeface="Helvetica Neue"/>
        <a:sym typeface="Helvetica Neue"/>
      </a:defRPr>
    </a:lvl4pPr>
    <a:lvl5pPr indent="914389" defTabSz="457195" latinLnBrk="0">
      <a:lnSpc>
        <a:spcPct val="117999"/>
      </a:lnSpc>
      <a:defRPr sz="2200">
        <a:latin typeface="Helvetica Neue"/>
        <a:ea typeface="Helvetica Neue"/>
        <a:cs typeface="Helvetica Neue"/>
        <a:sym typeface="Helvetica Neue"/>
      </a:defRPr>
    </a:lvl5pPr>
    <a:lvl6pPr indent="1142986" defTabSz="457195" latinLnBrk="0">
      <a:lnSpc>
        <a:spcPct val="117999"/>
      </a:lnSpc>
      <a:defRPr sz="2200">
        <a:latin typeface="Helvetica Neue"/>
        <a:ea typeface="Helvetica Neue"/>
        <a:cs typeface="Helvetica Neue"/>
        <a:sym typeface="Helvetica Neue"/>
      </a:defRPr>
    </a:lvl6pPr>
    <a:lvl7pPr indent="1371584" defTabSz="457195" latinLnBrk="0">
      <a:lnSpc>
        <a:spcPct val="117999"/>
      </a:lnSpc>
      <a:defRPr sz="2200">
        <a:latin typeface="Helvetica Neue"/>
        <a:ea typeface="Helvetica Neue"/>
        <a:cs typeface="Helvetica Neue"/>
        <a:sym typeface="Helvetica Neue"/>
      </a:defRPr>
    </a:lvl7pPr>
    <a:lvl8pPr indent="1600181" defTabSz="457195" latinLnBrk="0">
      <a:lnSpc>
        <a:spcPct val="117999"/>
      </a:lnSpc>
      <a:defRPr sz="2200">
        <a:latin typeface="Helvetica Neue"/>
        <a:ea typeface="Helvetica Neue"/>
        <a:cs typeface="Helvetica Neue"/>
        <a:sym typeface="Helvetica Neue"/>
      </a:defRPr>
    </a:lvl8pPr>
    <a:lvl9pPr indent="1828778" defTabSz="457195"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bg>
      <p:bgPr>
        <a:solidFill>
          <a:schemeClr val="bg2"/>
        </a:solidFill>
        <a:effectLst/>
      </p:bgPr>
    </p:bg>
    <p:spTree>
      <p:nvGrpSpPr>
        <p:cNvPr id="1" name=""/>
        <p:cNvGrpSpPr/>
        <p:nvPr/>
      </p:nvGrpSpPr>
      <p:grpSpPr>
        <a:xfrm>
          <a:off x="0" y="0"/>
          <a:ext cx="0" cy="0"/>
          <a:chOff x="0" y="0"/>
          <a:chExt cx="0" cy="0"/>
        </a:xfrm>
      </p:grpSpPr>
      <p:sp>
        <p:nvSpPr>
          <p:cNvPr id="10" name="Circle">
            <a:extLst>
              <a:ext uri="{FF2B5EF4-FFF2-40B4-BE49-F238E27FC236}">
                <a16:creationId xmlns:a16="http://schemas.microsoft.com/office/drawing/2014/main" id="{F45B0D71-897C-4EB0-46E0-FB6CB6B7B520}"/>
              </a:ext>
            </a:extLst>
          </p:cNvPr>
          <p:cNvSpPr/>
          <p:nvPr userDrawn="1"/>
        </p:nvSpPr>
        <p:spPr>
          <a:xfrm>
            <a:off x="22441118" y="11878734"/>
            <a:ext cx="571500" cy="571500"/>
          </a:xfrm>
          <a:prstGeom prst="ellipse">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14" name="TextBox 13">
            <a:extLst>
              <a:ext uri="{FF2B5EF4-FFF2-40B4-BE49-F238E27FC236}">
                <a16:creationId xmlns:a16="http://schemas.microsoft.com/office/drawing/2014/main" id="{8B6A0843-726A-3A59-EE52-9E2E5CFD50FB}"/>
              </a:ext>
            </a:extLst>
          </p:cNvPr>
          <p:cNvSpPr txBox="1"/>
          <p:nvPr userDrawn="1"/>
        </p:nvSpPr>
        <p:spPr>
          <a:xfrm>
            <a:off x="21945599" y="11989137"/>
            <a:ext cx="1583872"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fld id="{237BFCC7-0462-204F-8CFA-53F012517568}" type="slidenum">
              <a:rPr kumimoji="0" lang="en-RU" sz="1400" b="1" i="0" u="none" strike="noStrike" cap="none" spc="0" normalizeH="0" baseline="0" smtClean="0">
                <a:ln>
                  <a:noFill/>
                </a:ln>
                <a:solidFill>
                  <a:schemeClr val="bg1"/>
                </a:solidFill>
                <a:effectLst/>
                <a:uFillTx/>
                <a:latin typeface="Arial" panose="020B0604020202020204" pitchFamily="34" charset="0"/>
                <a:ea typeface="Helvetica Neue"/>
                <a:cs typeface="Arial" panose="020B0604020202020204" pitchFamily="34" charset="0"/>
                <a:sym typeface="Helvetica Neue"/>
              </a:rPr>
              <a:t>‹#›</a:t>
            </a:fld>
            <a:endParaRPr kumimoji="0" lang="en-RU" sz="1400" b="1" i="0" u="none" strike="noStrike" cap="none" spc="0" normalizeH="0" baseline="0" dirty="0">
              <a:ln>
                <a:noFill/>
              </a:ln>
              <a:solidFill>
                <a:schemeClr val="bg1"/>
              </a:solidFill>
              <a:effectLst/>
              <a:uFillTx/>
              <a:latin typeface="Arial" panose="020B0604020202020204" pitchFamily="34" charset="0"/>
              <a:ea typeface="Helvetica Neue"/>
              <a:cs typeface="Arial" panose="020B0604020202020204" pitchFamily="34" charset="0"/>
              <a:sym typeface="Helvetica Neue"/>
            </a:endParaRPr>
          </a:p>
        </p:txBody>
      </p:sp>
      <p:pic>
        <p:nvPicPr>
          <p:cNvPr id="6" name="Рисунок 5">
            <a:extLst>
              <a:ext uri="{FF2B5EF4-FFF2-40B4-BE49-F238E27FC236}">
                <a16:creationId xmlns:a16="http://schemas.microsoft.com/office/drawing/2014/main" id="{3902CFB0-D572-BEF3-4C22-35C7B16C92A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558759" y="742369"/>
            <a:ext cx="2688063" cy="1176028"/>
          </a:xfrm>
          <a:prstGeom prst="rect">
            <a:avLst/>
          </a:prstGeom>
        </p:spPr>
      </p:pic>
    </p:spTree>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0_Red">
    <p:bg>
      <p:bgPr>
        <a:solidFill>
          <a:schemeClr val="bg2"/>
        </a:solidFill>
        <a:effectLst/>
      </p:bgPr>
    </p:bg>
    <p:spTree>
      <p:nvGrpSpPr>
        <p:cNvPr id="1" name=""/>
        <p:cNvGrpSpPr/>
        <p:nvPr/>
      </p:nvGrpSpPr>
      <p:grpSpPr>
        <a:xfrm>
          <a:off x="0" y="0"/>
          <a:ext cx="0" cy="0"/>
          <a:chOff x="0" y="0"/>
          <a:chExt cx="0" cy="0"/>
        </a:xfrm>
      </p:grpSpPr>
      <p:sp>
        <p:nvSpPr>
          <p:cNvPr id="7" name="Rectangle">
            <a:extLst>
              <a:ext uri="{FF2B5EF4-FFF2-40B4-BE49-F238E27FC236}">
                <a16:creationId xmlns:a16="http://schemas.microsoft.com/office/drawing/2014/main" id="{EE11BFFA-23E6-49E3-A942-F58919D39390}"/>
              </a:ext>
            </a:extLst>
          </p:cNvPr>
          <p:cNvSpPr/>
          <p:nvPr userDrawn="1"/>
        </p:nvSpPr>
        <p:spPr>
          <a:xfrm>
            <a:off x="-8468" y="7426"/>
            <a:ext cx="24400935" cy="5337688"/>
          </a:xfrm>
          <a:prstGeom prst="rect">
            <a:avLst/>
          </a:prstGeom>
          <a:solidFill>
            <a:schemeClr val="accent2"/>
          </a:solidFill>
          <a:ln w="12700">
            <a:no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2" name="Circle">
            <a:extLst>
              <a:ext uri="{FF2B5EF4-FFF2-40B4-BE49-F238E27FC236}">
                <a16:creationId xmlns:a16="http://schemas.microsoft.com/office/drawing/2014/main" id="{C8EC8FE0-0138-72CC-F050-6504FAB4FA84}"/>
              </a:ext>
            </a:extLst>
          </p:cNvPr>
          <p:cNvSpPr/>
          <p:nvPr userDrawn="1"/>
        </p:nvSpPr>
        <p:spPr>
          <a:xfrm>
            <a:off x="22441118" y="11878734"/>
            <a:ext cx="571500" cy="571500"/>
          </a:xfrm>
          <a:prstGeom prst="ellipse">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3" name="TextBox 2">
            <a:extLst>
              <a:ext uri="{FF2B5EF4-FFF2-40B4-BE49-F238E27FC236}">
                <a16:creationId xmlns:a16="http://schemas.microsoft.com/office/drawing/2014/main" id="{39DB37BF-5AF1-C89B-8019-3577DB4285F9}"/>
              </a:ext>
            </a:extLst>
          </p:cNvPr>
          <p:cNvSpPr txBox="1"/>
          <p:nvPr userDrawn="1"/>
        </p:nvSpPr>
        <p:spPr>
          <a:xfrm>
            <a:off x="21945599" y="11989137"/>
            <a:ext cx="1583872"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fld id="{237BFCC7-0462-204F-8CFA-53F012517568}" type="slidenum">
              <a:rPr kumimoji="0" lang="en-RU" sz="1400" b="1" i="0" u="none" strike="noStrike" cap="none" spc="0" normalizeH="0" baseline="0" smtClean="0">
                <a:ln>
                  <a:noFill/>
                </a:ln>
                <a:solidFill>
                  <a:schemeClr val="bg1"/>
                </a:solidFill>
                <a:effectLst/>
                <a:uFillTx/>
                <a:latin typeface="Arial" panose="020B0604020202020204" pitchFamily="34" charset="0"/>
                <a:ea typeface="Helvetica Neue"/>
                <a:cs typeface="Arial" panose="020B0604020202020204" pitchFamily="34" charset="0"/>
                <a:sym typeface="Helvetica Neue"/>
              </a:rPr>
              <a:t>‹#›</a:t>
            </a:fld>
            <a:endParaRPr kumimoji="0" lang="en-RU" sz="1400" b="1" i="0" u="none" strike="noStrike" cap="none" spc="0" normalizeH="0" baseline="0" dirty="0">
              <a:ln>
                <a:noFill/>
              </a:ln>
              <a:solidFill>
                <a:schemeClr val="bg1"/>
              </a:solidFill>
              <a:effectLst/>
              <a:uFillTx/>
              <a:latin typeface="Arial" panose="020B0604020202020204" pitchFamily="34" charset="0"/>
              <a:ea typeface="Helvetica Neue"/>
              <a:cs typeface="Arial" panose="020B0604020202020204" pitchFamily="34" charset="0"/>
              <a:sym typeface="Helvetica Neue"/>
            </a:endParaRPr>
          </a:p>
        </p:txBody>
      </p:sp>
      <p:pic>
        <p:nvPicPr>
          <p:cNvPr id="5" name="Рисунок 4">
            <a:extLst>
              <a:ext uri="{FF2B5EF4-FFF2-40B4-BE49-F238E27FC236}">
                <a16:creationId xmlns:a16="http://schemas.microsoft.com/office/drawing/2014/main" id="{64C8EEEB-4815-E390-57A0-AE879E73A62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558759" y="742369"/>
            <a:ext cx="2688063" cy="1176028"/>
          </a:xfrm>
          <a:prstGeom prst="rect">
            <a:avLst/>
          </a:prstGeom>
        </p:spPr>
      </p:pic>
    </p:spTree>
    <p:extLst>
      <p:ext uri="{BB962C8B-B14F-4D97-AF65-F5344CB8AC3E}">
        <p14:creationId xmlns:p14="http://schemas.microsoft.com/office/powerpoint/2010/main" val="174579365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mp; Subtitle + Photos">
    <p:bg>
      <p:bgPr>
        <a:solidFill>
          <a:schemeClr val="bg2"/>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45D3E87-3C0B-F341-A27B-E2D273F59996}"/>
              </a:ext>
            </a:extLst>
          </p:cNvPr>
          <p:cNvSpPr>
            <a:spLocks noGrp="1"/>
          </p:cNvSpPr>
          <p:nvPr>
            <p:ph type="pic" sz="quarter" idx="10"/>
          </p:nvPr>
        </p:nvSpPr>
        <p:spPr>
          <a:xfrm>
            <a:off x="4412413"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8" name="Picture Placeholder 2">
            <a:extLst>
              <a:ext uri="{FF2B5EF4-FFF2-40B4-BE49-F238E27FC236}">
                <a16:creationId xmlns:a16="http://schemas.microsoft.com/office/drawing/2014/main" id="{5E391CB4-F622-EE43-B7C0-C3795A8A817F}"/>
              </a:ext>
            </a:extLst>
          </p:cNvPr>
          <p:cNvSpPr>
            <a:spLocks noGrp="1"/>
          </p:cNvSpPr>
          <p:nvPr>
            <p:ph type="pic" sz="quarter" idx="11"/>
          </p:nvPr>
        </p:nvSpPr>
        <p:spPr>
          <a:xfrm>
            <a:off x="7735451"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9" name="Picture Placeholder 2">
            <a:extLst>
              <a:ext uri="{FF2B5EF4-FFF2-40B4-BE49-F238E27FC236}">
                <a16:creationId xmlns:a16="http://schemas.microsoft.com/office/drawing/2014/main" id="{8DCDBF16-3682-A242-9C9E-476989CD5EA2}"/>
              </a:ext>
            </a:extLst>
          </p:cNvPr>
          <p:cNvSpPr>
            <a:spLocks noGrp="1"/>
          </p:cNvSpPr>
          <p:nvPr>
            <p:ph type="pic" sz="quarter" idx="12"/>
          </p:nvPr>
        </p:nvSpPr>
        <p:spPr>
          <a:xfrm>
            <a:off x="11058488"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0" name="Picture Placeholder 2">
            <a:extLst>
              <a:ext uri="{FF2B5EF4-FFF2-40B4-BE49-F238E27FC236}">
                <a16:creationId xmlns:a16="http://schemas.microsoft.com/office/drawing/2014/main" id="{3456F4FF-644F-E34F-AC43-D48D8A05DF1E}"/>
              </a:ext>
            </a:extLst>
          </p:cNvPr>
          <p:cNvSpPr>
            <a:spLocks noGrp="1"/>
          </p:cNvSpPr>
          <p:nvPr>
            <p:ph type="pic" sz="quarter" idx="13"/>
          </p:nvPr>
        </p:nvSpPr>
        <p:spPr>
          <a:xfrm>
            <a:off x="14381526"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5" name="Picture Placeholder 2">
            <a:extLst>
              <a:ext uri="{FF2B5EF4-FFF2-40B4-BE49-F238E27FC236}">
                <a16:creationId xmlns:a16="http://schemas.microsoft.com/office/drawing/2014/main" id="{6E67A86B-D2D7-4448-8557-A3A39BC9F7FD}"/>
              </a:ext>
            </a:extLst>
          </p:cNvPr>
          <p:cNvSpPr>
            <a:spLocks noGrp="1"/>
          </p:cNvSpPr>
          <p:nvPr>
            <p:ph type="pic" sz="quarter" idx="14"/>
          </p:nvPr>
        </p:nvSpPr>
        <p:spPr>
          <a:xfrm>
            <a:off x="17704564"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6" name="Picture Placeholder 2">
            <a:extLst>
              <a:ext uri="{FF2B5EF4-FFF2-40B4-BE49-F238E27FC236}">
                <a16:creationId xmlns:a16="http://schemas.microsoft.com/office/drawing/2014/main" id="{13B8D20F-D046-D946-99FE-1E81A88B9B31}"/>
              </a:ext>
            </a:extLst>
          </p:cNvPr>
          <p:cNvSpPr>
            <a:spLocks noGrp="1"/>
          </p:cNvSpPr>
          <p:nvPr>
            <p:ph type="pic" sz="quarter" idx="15"/>
          </p:nvPr>
        </p:nvSpPr>
        <p:spPr>
          <a:xfrm>
            <a:off x="4412413"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7" name="Picture Placeholder 2">
            <a:extLst>
              <a:ext uri="{FF2B5EF4-FFF2-40B4-BE49-F238E27FC236}">
                <a16:creationId xmlns:a16="http://schemas.microsoft.com/office/drawing/2014/main" id="{7C0CB0D5-2B46-DD4D-8C04-40F9D2008D42}"/>
              </a:ext>
            </a:extLst>
          </p:cNvPr>
          <p:cNvSpPr>
            <a:spLocks noGrp="1"/>
          </p:cNvSpPr>
          <p:nvPr>
            <p:ph type="pic" sz="quarter" idx="16"/>
          </p:nvPr>
        </p:nvSpPr>
        <p:spPr>
          <a:xfrm>
            <a:off x="7735451"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8" name="Picture Placeholder 2">
            <a:extLst>
              <a:ext uri="{FF2B5EF4-FFF2-40B4-BE49-F238E27FC236}">
                <a16:creationId xmlns:a16="http://schemas.microsoft.com/office/drawing/2014/main" id="{15A5B861-B62C-8042-958E-38453E093450}"/>
              </a:ext>
            </a:extLst>
          </p:cNvPr>
          <p:cNvSpPr>
            <a:spLocks noGrp="1"/>
          </p:cNvSpPr>
          <p:nvPr>
            <p:ph type="pic" sz="quarter" idx="17"/>
          </p:nvPr>
        </p:nvSpPr>
        <p:spPr>
          <a:xfrm>
            <a:off x="11058488"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9" name="Picture Placeholder 2">
            <a:extLst>
              <a:ext uri="{FF2B5EF4-FFF2-40B4-BE49-F238E27FC236}">
                <a16:creationId xmlns:a16="http://schemas.microsoft.com/office/drawing/2014/main" id="{4E68379E-C006-DE43-A791-6269DC771BBC}"/>
              </a:ext>
            </a:extLst>
          </p:cNvPr>
          <p:cNvSpPr>
            <a:spLocks noGrp="1"/>
          </p:cNvSpPr>
          <p:nvPr>
            <p:ph type="pic" sz="quarter" idx="18"/>
          </p:nvPr>
        </p:nvSpPr>
        <p:spPr>
          <a:xfrm>
            <a:off x="14381526"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20" name="Picture Placeholder 2">
            <a:extLst>
              <a:ext uri="{FF2B5EF4-FFF2-40B4-BE49-F238E27FC236}">
                <a16:creationId xmlns:a16="http://schemas.microsoft.com/office/drawing/2014/main" id="{D2AFC5A0-9BEF-D44B-9C18-CB175E90F418}"/>
              </a:ext>
            </a:extLst>
          </p:cNvPr>
          <p:cNvSpPr>
            <a:spLocks noGrp="1"/>
          </p:cNvSpPr>
          <p:nvPr>
            <p:ph type="pic" sz="quarter" idx="19"/>
          </p:nvPr>
        </p:nvSpPr>
        <p:spPr>
          <a:xfrm>
            <a:off x="17704564"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2" name="Circle">
            <a:extLst>
              <a:ext uri="{FF2B5EF4-FFF2-40B4-BE49-F238E27FC236}">
                <a16:creationId xmlns:a16="http://schemas.microsoft.com/office/drawing/2014/main" id="{1780EDDA-258C-931F-B0A1-E4E70C698017}"/>
              </a:ext>
            </a:extLst>
          </p:cNvPr>
          <p:cNvSpPr/>
          <p:nvPr userDrawn="1"/>
        </p:nvSpPr>
        <p:spPr>
          <a:xfrm>
            <a:off x="22441118" y="11878734"/>
            <a:ext cx="571500" cy="571500"/>
          </a:xfrm>
          <a:prstGeom prst="ellipse">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4" name="TextBox 3">
            <a:extLst>
              <a:ext uri="{FF2B5EF4-FFF2-40B4-BE49-F238E27FC236}">
                <a16:creationId xmlns:a16="http://schemas.microsoft.com/office/drawing/2014/main" id="{45A778B2-1FAE-607E-FE4E-E79180AC544D}"/>
              </a:ext>
            </a:extLst>
          </p:cNvPr>
          <p:cNvSpPr txBox="1"/>
          <p:nvPr userDrawn="1"/>
        </p:nvSpPr>
        <p:spPr>
          <a:xfrm>
            <a:off x="21945599" y="11989137"/>
            <a:ext cx="1583872"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fld id="{237BFCC7-0462-204F-8CFA-53F012517568}" type="slidenum">
              <a:rPr kumimoji="0" lang="en-RU" sz="1400" b="1" i="0" u="none" strike="noStrike" cap="none" spc="0" normalizeH="0" baseline="0" smtClean="0">
                <a:ln>
                  <a:noFill/>
                </a:ln>
                <a:solidFill>
                  <a:schemeClr val="bg1"/>
                </a:solidFill>
                <a:effectLst/>
                <a:uFillTx/>
                <a:latin typeface="Arial" panose="020B0604020202020204" pitchFamily="34" charset="0"/>
                <a:ea typeface="Helvetica Neue"/>
                <a:cs typeface="Arial" panose="020B0604020202020204" pitchFamily="34" charset="0"/>
                <a:sym typeface="Helvetica Neue"/>
              </a:rPr>
              <a:t>‹#›</a:t>
            </a:fld>
            <a:endParaRPr kumimoji="0" lang="en-RU" sz="1400" b="1" i="0" u="none" strike="noStrike" cap="none" spc="0" normalizeH="0" baseline="0" dirty="0">
              <a:ln>
                <a:noFill/>
              </a:ln>
              <a:solidFill>
                <a:schemeClr val="bg1"/>
              </a:solidFill>
              <a:effectLst/>
              <a:uFillTx/>
              <a:latin typeface="Arial" panose="020B0604020202020204" pitchFamily="34" charset="0"/>
              <a:ea typeface="Helvetica Neue"/>
              <a:cs typeface="Arial" panose="020B0604020202020204" pitchFamily="34" charset="0"/>
              <a:sym typeface="Helvetica Neue"/>
            </a:endParaRPr>
          </a:p>
        </p:txBody>
      </p:sp>
      <p:pic>
        <p:nvPicPr>
          <p:cNvPr id="5" name="Рисунок 4">
            <a:extLst>
              <a:ext uri="{FF2B5EF4-FFF2-40B4-BE49-F238E27FC236}">
                <a16:creationId xmlns:a16="http://schemas.microsoft.com/office/drawing/2014/main" id="{C8077680-9992-7CA3-67D4-C26C007AC0B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558759" y="742369"/>
            <a:ext cx="2688063" cy="1176028"/>
          </a:xfrm>
          <a:prstGeom prst="rect">
            <a:avLst/>
          </a:prstGeom>
        </p:spPr>
      </p:pic>
    </p:spTree>
    <p:extLst>
      <p:ext uri="{BB962C8B-B14F-4D97-AF65-F5344CB8AC3E}">
        <p14:creationId xmlns:p14="http://schemas.microsoft.com/office/powerpoint/2010/main" val="102101214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mp; Subtitle (without header)">
    <p:bg>
      <p:bgPr>
        <a:solidFill>
          <a:schemeClr val="bg2"/>
        </a:solidFill>
        <a:effectLst/>
      </p:bgPr>
    </p:bg>
    <p:spTree>
      <p:nvGrpSpPr>
        <p:cNvPr id="1" name=""/>
        <p:cNvGrpSpPr/>
        <p:nvPr/>
      </p:nvGrpSpPr>
      <p:grpSpPr>
        <a:xfrm>
          <a:off x="0" y="0"/>
          <a:ext cx="0" cy="0"/>
          <a:chOff x="0" y="0"/>
          <a:chExt cx="0" cy="0"/>
        </a:xfrm>
      </p:grpSpPr>
      <p:sp>
        <p:nvSpPr>
          <p:cNvPr id="2" name="Circle">
            <a:extLst>
              <a:ext uri="{FF2B5EF4-FFF2-40B4-BE49-F238E27FC236}">
                <a16:creationId xmlns:a16="http://schemas.microsoft.com/office/drawing/2014/main" id="{43FBEB1F-7A76-9A45-261E-C90E40F044DB}"/>
              </a:ext>
            </a:extLst>
          </p:cNvPr>
          <p:cNvSpPr/>
          <p:nvPr userDrawn="1"/>
        </p:nvSpPr>
        <p:spPr>
          <a:xfrm>
            <a:off x="22441118" y="11878734"/>
            <a:ext cx="571500" cy="571500"/>
          </a:xfrm>
          <a:prstGeom prst="ellipse">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3" name="TextBox 2">
            <a:extLst>
              <a:ext uri="{FF2B5EF4-FFF2-40B4-BE49-F238E27FC236}">
                <a16:creationId xmlns:a16="http://schemas.microsoft.com/office/drawing/2014/main" id="{79A3E8BA-B8F4-B639-5694-FC4340E808AD}"/>
              </a:ext>
            </a:extLst>
          </p:cNvPr>
          <p:cNvSpPr txBox="1"/>
          <p:nvPr userDrawn="1"/>
        </p:nvSpPr>
        <p:spPr>
          <a:xfrm>
            <a:off x="21945599" y="11989137"/>
            <a:ext cx="1583872"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fld id="{237BFCC7-0462-204F-8CFA-53F012517568}" type="slidenum">
              <a:rPr kumimoji="0" lang="en-RU" sz="1400" b="1" i="0" u="none" strike="noStrike" cap="none" spc="0" normalizeH="0" baseline="0" smtClean="0">
                <a:ln>
                  <a:noFill/>
                </a:ln>
                <a:solidFill>
                  <a:schemeClr val="bg1"/>
                </a:solidFill>
                <a:effectLst/>
                <a:uFillTx/>
                <a:latin typeface="Arial" panose="020B0604020202020204" pitchFamily="34" charset="0"/>
                <a:ea typeface="Helvetica Neue"/>
                <a:cs typeface="Arial" panose="020B0604020202020204" pitchFamily="34" charset="0"/>
                <a:sym typeface="Helvetica Neue"/>
              </a:rPr>
              <a:t>‹#›</a:t>
            </a:fld>
            <a:endParaRPr kumimoji="0" lang="en-RU" sz="1400" b="1" i="0" u="none" strike="noStrike" cap="none" spc="0" normalizeH="0" baseline="0" dirty="0">
              <a:ln>
                <a:noFill/>
              </a:ln>
              <a:solidFill>
                <a:schemeClr val="bg1"/>
              </a:solidFill>
              <a:effectLst/>
              <a:uFillTx/>
              <a:latin typeface="Arial" panose="020B0604020202020204" pitchFamily="34" charset="0"/>
              <a:ea typeface="Helvetica Neue"/>
              <a:cs typeface="Arial" panose="020B0604020202020204" pitchFamily="34" charset="0"/>
              <a:sym typeface="Helvetica Neue"/>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Subtitle (without header) + Photos">
    <p:bg>
      <p:bgPr>
        <a:solidFill>
          <a:schemeClr val="bg2"/>
        </a:solidFill>
        <a:effectLst/>
      </p:bgPr>
    </p:bg>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FBAE1344-71FB-214A-985A-C79AE33BAD38}"/>
              </a:ext>
            </a:extLst>
          </p:cNvPr>
          <p:cNvSpPr>
            <a:spLocks noGrp="1"/>
          </p:cNvSpPr>
          <p:nvPr>
            <p:ph type="pic" sz="quarter" idx="10"/>
          </p:nvPr>
        </p:nvSpPr>
        <p:spPr>
          <a:xfrm>
            <a:off x="4412413"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5" name="Picture Placeholder 2">
            <a:extLst>
              <a:ext uri="{FF2B5EF4-FFF2-40B4-BE49-F238E27FC236}">
                <a16:creationId xmlns:a16="http://schemas.microsoft.com/office/drawing/2014/main" id="{3FAF2F12-F6A2-F94B-94A1-8FC535902C7B}"/>
              </a:ext>
            </a:extLst>
          </p:cNvPr>
          <p:cNvSpPr>
            <a:spLocks noGrp="1"/>
          </p:cNvSpPr>
          <p:nvPr>
            <p:ph type="pic" sz="quarter" idx="11"/>
          </p:nvPr>
        </p:nvSpPr>
        <p:spPr>
          <a:xfrm>
            <a:off x="7735451"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6" name="Picture Placeholder 2">
            <a:extLst>
              <a:ext uri="{FF2B5EF4-FFF2-40B4-BE49-F238E27FC236}">
                <a16:creationId xmlns:a16="http://schemas.microsoft.com/office/drawing/2014/main" id="{D2D72B2A-0AFA-E744-A788-3DBAB2334098}"/>
              </a:ext>
            </a:extLst>
          </p:cNvPr>
          <p:cNvSpPr>
            <a:spLocks noGrp="1"/>
          </p:cNvSpPr>
          <p:nvPr>
            <p:ph type="pic" sz="quarter" idx="12"/>
          </p:nvPr>
        </p:nvSpPr>
        <p:spPr>
          <a:xfrm>
            <a:off x="11058488"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7" name="Picture Placeholder 2">
            <a:extLst>
              <a:ext uri="{FF2B5EF4-FFF2-40B4-BE49-F238E27FC236}">
                <a16:creationId xmlns:a16="http://schemas.microsoft.com/office/drawing/2014/main" id="{C86CE5F9-F76C-5447-854F-C41CDBCF8B4D}"/>
              </a:ext>
            </a:extLst>
          </p:cNvPr>
          <p:cNvSpPr>
            <a:spLocks noGrp="1"/>
          </p:cNvSpPr>
          <p:nvPr>
            <p:ph type="pic" sz="quarter" idx="13"/>
          </p:nvPr>
        </p:nvSpPr>
        <p:spPr>
          <a:xfrm>
            <a:off x="14381526"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8" name="Picture Placeholder 2">
            <a:extLst>
              <a:ext uri="{FF2B5EF4-FFF2-40B4-BE49-F238E27FC236}">
                <a16:creationId xmlns:a16="http://schemas.microsoft.com/office/drawing/2014/main" id="{AD67D36D-1FCA-3A46-9B4A-5D1828C6D688}"/>
              </a:ext>
            </a:extLst>
          </p:cNvPr>
          <p:cNvSpPr>
            <a:spLocks noGrp="1"/>
          </p:cNvSpPr>
          <p:nvPr>
            <p:ph type="pic" sz="quarter" idx="14"/>
          </p:nvPr>
        </p:nvSpPr>
        <p:spPr>
          <a:xfrm>
            <a:off x="17704564"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9" name="Picture Placeholder 2">
            <a:extLst>
              <a:ext uri="{FF2B5EF4-FFF2-40B4-BE49-F238E27FC236}">
                <a16:creationId xmlns:a16="http://schemas.microsoft.com/office/drawing/2014/main" id="{486BE658-6D24-CA4C-AB3D-5A54CB356B30}"/>
              </a:ext>
            </a:extLst>
          </p:cNvPr>
          <p:cNvSpPr>
            <a:spLocks noGrp="1"/>
          </p:cNvSpPr>
          <p:nvPr>
            <p:ph type="pic" sz="quarter" idx="15"/>
          </p:nvPr>
        </p:nvSpPr>
        <p:spPr>
          <a:xfrm>
            <a:off x="4412413"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0" name="Picture Placeholder 2">
            <a:extLst>
              <a:ext uri="{FF2B5EF4-FFF2-40B4-BE49-F238E27FC236}">
                <a16:creationId xmlns:a16="http://schemas.microsoft.com/office/drawing/2014/main" id="{FFF242D3-B6C6-414A-84B9-697A2301F818}"/>
              </a:ext>
            </a:extLst>
          </p:cNvPr>
          <p:cNvSpPr>
            <a:spLocks noGrp="1"/>
          </p:cNvSpPr>
          <p:nvPr>
            <p:ph type="pic" sz="quarter" idx="16"/>
          </p:nvPr>
        </p:nvSpPr>
        <p:spPr>
          <a:xfrm>
            <a:off x="7735451"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1" name="Picture Placeholder 2">
            <a:extLst>
              <a:ext uri="{FF2B5EF4-FFF2-40B4-BE49-F238E27FC236}">
                <a16:creationId xmlns:a16="http://schemas.microsoft.com/office/drawing/2014/main" id="{D050F28B-8BAE-5B4C-B35C-E30F344D5141}"/>
              </a:ext>
            </a:extLst>
          </p:cNvPr>
          <p:cNvSpPr>
            <a:spLocks noGrp="1"/>
          </p:cNvSpPr>
          <p:nvPr>
            <p:ph type="pic" sz="quarter" idx="17"/>
          </p:nvPr>
        </p:nvSpPr>
        <p:spPr>
          <a:xfrm>
            <a:off x="11058488"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2" name="Picture Placeholder 2">
            <a:extLst>
              <a:ext uri="{FF2B5EF4-FFF2-40B4-BE49-F238E27FC236}">
                <a16:creationId xmlns:a16="http://schemas.microsoft.com/office/drawing/2014/main" id="{642DCAE9-9E18-4B47-A5A0-FB78038F0822}"/>
              </a:ext>
            </a:extLst>
          </p:cNvPr>
          <p:cNvSpPr>
            <a:spLocks noGrp="1"/>
          </p:cNvSpPr>
          <p:nvPr>
            <p:ph type="pic" sz="quarter" idx="18"/>
          </p:nvPr>
        </p:nvSpPr>
        <p:spPr>
          <a:xfrm>
            <a:off x="14381526"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3" name="Picture Placeholder 2">
            <a:extLst>
              <a:ext uri="{FF2B5EF4-FFF2-40B4-BE49-F238E27FC236}">
                <a16:creationId xmlns:a16="http://schemas.microsoft.com/office/drawing/2014/main" id="{F32F03F1-C50A-864C-B428-79231A186CED}"/>
              </a:ext>
            </a:extLst>
          </p:cNvPr>
          <p:cNvSpPr>
            <a:spLocks noGrp="1"/>
          </p:cNvSpPr>
          <p:nvPr>
            <p:ph type="pic" sz="quarter" idx="19"/>
          </p:nvPr>
        </p:nvSpPr>
        <p:spPr>
          <a:xfrm>
            <a:off x="17704564"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2" name="Circle">
            <a:extLst>
              <a:ext uri="{FF2B5EF4-FFF2-40B4-BE49-F238E27FC236}">
                <a16:creationId xmlns:a16="http://schemas.microsoft.com/office/drawing/2014/main" id="{C1EAAE23-95AD-ACA9-8D10-06E84970F323}"/>
              </a:ext>
            </a:extLst>
          </p:cNvPr>
          <p:cNvSpPr/>
          <p:nvPr userDrawn="1"/>
        </p:nvSpPr>
        <p:spPr>
          <a:xfrm>
            <a:off x="22441118" y="11878734"/>
            <a:ext cx="571500" cy="571500"/>
          </a:xfrm>
          <a:prstGeom prst="ellipse">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3" name="TextBox 2">
            <a:extLst>
              <a:ext uri="{FF2B5EF4-FFF2-40B4-BE49-F238E27FC236}">
                <a16:creationId xmlns:a16="http://schemas.microsoft.com/office/drawing/2014/main" id="{0C2C4A6C-1FF9-8DE3-A5AF-C565B10E0D9D}"/>
              </a:ext>
            </a:extLst>
          </p:cNvPr>
          <p:cNvSpPr txBox="1"/>
          <p:nvPr userDrawn="1"/>
        </p:nvSpPr>
        <p:spPr>
          <a:xfrm>
            <a:off x="21945599" y="11989137"/>
            <a:ext cx="1583872"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fld id="{237BFCC7-0462-204F-8CFA-53F012517568}" type="slidenum">
              <a:rPr kumimoji="0" lang="en-RU" sz="1400" b="1" i="0" u="none" strike="noStrike" cap="none" spc="0" normalizeH="0" baseline="0" smtClean="0">
                <a:ln>
                  <a:noFill/>
                </a:ln>
                <a:solidFill>
                  <a:schemeClr val="bg1"/>
                </a:solidFill>
                <a:effectLst/>
                <a:uFillTx/>
                <a:latin typeface="Arial" panose="020B0604020202020204" pitchFamily="34" charset="0"/>
                <a:ea typeface="Helvetica Neue"/>
                <a:cs typeface="Arial" panose="020B0604020202020204" pitchFamily="34" charset="0"/>
                <a:sym typeface="Helvetica Neue"/>
              </a:rPr>
              <a:t>‹#›</a:t>
            </a:fld>
            <a:endParaRPr kumimoji="0" lang="en-RU" sz="1400" b="1" i="0" u="none" strike="noStrike" cap="none" spc="0" normalizeH="0" baseline="0" dirty="0">
              <a:ln>
                <a:noFill/>
              </a:ln>
              <a:solidFill>
                <a:schemeClr val="bg1"/>
              </a:solidFill>
              <a:effectLst/>
              <a:uFillTx/>
              <a:latin typeface="Arial" panose="020B0604020202020204" pitchFamily="34" charset="0"/>
              <a:ea typeface="Helvetica Neue"/>
              <a:cs typeface="Arial" panose="020B0604020202020204" pitchFamily="34" charset="0"/>
              <a:sym typeface="Helvetica Neue"/>
            </a:endParaRPr>
          </a:p>
        </p:txBody>
      </p:sp>
    </p:spTree>
    <p:extLst>
      <p:ext uri="{BB962C8B-B14F-4D97-AF65-F5344CB8AC3E}">
        <p14:creationId xmlns:p14="http://schemas.microsoft.com/office/powerpoint/2010/main" val="742843292"/>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Blank">
    <p:bg>
      <p:bgPr>
        <a:solidFill>
          <a:schemeClr val="bg2"/>
        </a:solidFill>
        <a:effectLst/>
      </p:bgPr>
    </p:bg>
    <p:spTree>
      <p:nvGrpSpPr>
        <p:cNvPr id="1" name=""/>
        <p:cNvGrpSpPr/>
        <p:nvPr/>
      </p:nvGrpSpPr>
      <p:grpSpPr>
        <a:xfrm>
          <a:off x="0" y="0"/>
          <a:ext cx="0" cy="0"/>
          <a:chOff x="0" y="0"/>
          <a:chExt cx="0" cy="0"/>
        </a:xfrm>
      </p:grpSpPr>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 Photos">
    <p:bg>
      <p:bgPr>
        <a:solidFill>
          <a:schemeClr val="bg2"/>
        </a:solidFill>
        <a:effectLst/>
      </p:bgPr>
    </p:bg>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01F935C2-BB49-7F44-AA76-95F670099320}"/>
              </a:ext>
            </a:extLst>
          </p:cNvPr>
          <p:cNvSpPr>
            <a:spLocks noGrp="1"/>
          </p:cNvSpPr>
          <p:nvPr>
            <p:ph type="pic" sz="quarter" idx="10"/>
          </p:nvPr>
        </p:nvSpPr>
        <p:spPr>
          <a:xfrm>
            <a:off x="4412413"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3" name="Picture Placeholder 2">
            <a:extLst>
              <a:ext uri="{FF2B5EF4-FFF2-40B4-BE49-F238E27FC236}">
                <a16:creationId xmlns:a16="http://schemas.microsoft.com/office/drawing/2014/main" id="{58871FA9-522E-EF46-8ED1-22380FB4075C}"/>
              </a:ext>
            </a:extLst>
          </p:cNvPr>
          <p:cNvSpPr>
            <a:spLocks noGrp="1"/>
          </p:cNvSpPr>
          <p:nvPr>
            <p:ph type="pic" sz="quarter" idx="11"/>
          </p:nvPr>
        </p:nvSpPr>
        <p:spPr>
          <a:xfrm>
            <a:off x="7735451"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4" name="Picture Placeholder 2">
            <a:extLst>
              <a:ext uri="{FF2B5EF4-FFF2-40B4-BE49-F238E27FC236}">
                <a16:creationId xmlns:a16="http://schemas.microsoft.com/office/drawing/2014/main" id="{A1CE6A93-8415-B84C-9636-40D989C3225E}"/>
              </a:ext>
            </a:extLst>
          </p:cNvPr>
          <p:cNvSpPr>
            <a:spLocks noGrp="1"/>
          </p:cNvSpPr>
          <p:nvPr>
            <p:ph type="pic" sz="quarter" idx="12"/>
          </p:nvPr>
        </p:nvSpPr>
        <p:spPr>
          <a:xfrm>
            <a:off x="11058488"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5" name="Picture Placeholder 2">
            <a:extLst>
              <a:ext uri="{FF2B5EF4-FFF2-40B4-BE49-F238E27FC236}">
                <a16:creationId xmlns:a16="http://schemas.microsoft.com/office/drawing/2014/main" id="{24F4412B-9D40-1740-8196-208EDFDE6A40}"/>
              </a:ext>
            </a:extLst>
          </p:cNvPr>
          <p:cNvSpPr>
            <a:spLocks noGrp="1"/>
          </p:cNvSpPr>
          <p:nvPr>
            <p:ph type="pic" sz="quarter" idx="13"/>
          </p:nvPr>
        </p:nvSpPr>
        <p:spPr>
          <a:xfrm>
            <a:off x="14381526"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6" name="Picture Placeholder 2">
            <a:extLst>
              <a:ext uri="{FF2B5EF4-FFF2-40B4-BE49-F238E27FC236}">
                <a16:creationId xmlns:a16="http://schemas.microsoft.com/office/drawing/2014/main" id="{DF52A887-0B61-FB40-A002-18D9DB1567FD}"/>
              </a:ext>
            </a:extLst>
          </p:cNvPr>
          <p:cNvSpPr>
            <a:spLocks noGrp="1"/>
          </p:cNvSpPr>
          <p:nvPr>
            <p:ph type="pic" sz="quarter" idx="14"/>
          </p:nvPr>
        </p:nvSpPr>
        <p:spPr>
          <a:xfrm>
            <a:off x="17704564"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7" name="Picture Placeholder 2">
            <a:extLst>
              <a:ext uri="{FF2B5EF4-FFF2-40B4-BE49-F238E27FC236}">
                <a16:creationId xmlns:a16="http://schemas.microsoft.com/office/drawing/2014/main" id="{9D153C23-CF0C-C44B-9801-00A206002652}"/>
              </a:ext>
            </a:extLst>
          </p:cNvPr>
          <p:cNvSpPr>
            <a:spLocks noGrp="1"/>
          </p:cNvSpPr>
          <p:nvPr>
            <p:ph type="pic" sz="quarter" idx="15"/>
          </p:nvPr>
        </p:nvSpPr>
        <p:spPr>
          <a:xfrm>
            <a:off x="4412413"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8" name="Picture Placeholder 2">
            <a:extLst>
              <a:ext uri="{FF2B5EF4-FFF2-40B4-BE49-F238E27FC236}">
                <a16:creationId xmlns:a16="http://schemas.microsoft.com/office/drawing/2014/main" id="{BA9D09E7-4FBA-1C4C-8814-B5E33FE5F03F}"/>
              </a:ext>
            </a:extLst>
          </p:cNvPr>
          <p:cNvSpPr>
            <a:spLocks noGrp="1"/>
          </p:cNvSpPr>
          <p:nvPr>
            <p:ph type="pic" sz="quarter" idx="16"/>
          </p:nvPr>
        </p:nvSpPr>
        <p:spPr>
          <a:xfrm>
            <a:off x="7735451"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9" name="Picture Placeholder 2">
            <a:extLst>
              <a:ext uri="{FF2B5EF4-FFF2-40B4-BE49-F238E27FC236}">
                <a16:creationId xmlns:a16="http://schemas.microsoft.com/office/drawing/2014/main" id="{9E774562-BACD-F54F-9D9D-7B802146C18E}"/>
              </a:ext>
            </a:extLst>
          </p:cNvPr>
          <p:cNvSpPr>
            <a:spLocks noGrp="1"/>
          </p:cNvSpPr>
          <p:nvPr>
            <p:ph type="pic" sz="quarter" idx="17"/>
          </p:nvPr>
        </p:nvSpPr>
        <p:spPr>
          <a:xfrm>
            <a:off x="11058488"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0" name="Picture Placeholder 2">
            <a:extLst>
              <a:ext uri="{FF2B5EF4-FFF2-40B4-BE49-F238E27FC236}">
                <a16:creationId xmlns:a16="http://schemas.microsoft.com/office/drawing/2014/main" id="{3A962AB2-20FD-7B4B-A867-E694B5CA857B}"/>
              </a:ext>
            </a:extLst>
          </p:cNvPr>
          <p:cNvSpPr>
            <a:spLocks noGrp="1"/>
          </p:cNvSpPr>
          <p:nvPr>
            <p:ph type="pic" sz="quarter" idx="18"/>
          </p:nvPr>
        </p:nvSpPr>
        <p:spPr>
          <a:xfrm>
            <a:off x="14381526"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1" name="Picture Placeholder 2">
            <a:extLst>
              <a:ext uri="{FF2B5EF4-FFF2-40B4-BE49-F238E27FC236}">
                <a16:creationId xmlns:a16="http://schemas.microsoft.com/office/drawing/2014/main" id="{BC6BEB8C-9FDC-BC4E-B300-7609F4B058E0}"/>
              </a:ext>
            </a:extLst>
          </p:cNvPr>
          <p:cNvSpPr>
            <a:spLocks noGrp="1"/>
          </p:cNvSpPr>
          <p:nvPr>
            <p:ph type="pic" sz="quarter" idx="19"/>
          </p:nvPr>
        </p:nvSpPr>
        <p:spPr>
          <a:xfrm>
            <a:off x="17704564"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Tree>
    <p:extLst>
      <p:ext uri="{BB962C8B-B14F-4D97-AF65-F5344CB8AC3E}">
        <p14:creationId xmlns:p14="http://schemas.microsoft.com/office/powerpoint/2010/main" val="1584453497"/>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6" r:id="rId2"/>
    <p:sldLayoutId id="2147483653" r:id="rId3"/>
    <p:sldLayoutId id="2147483651" r:id="rId4"/>
    <p:sldLayoutId id="2147483654" r:id="rId5"/>
    <p:sldLayoutId id="2147483652" r:id="rId6"/>
    <p:sldLayoutId id="2147483655" r:id="rId7"/>
  </p:sldLayoutIdLst>
  <p:transition spd="med"/>
  <p:txStyles>
    <p:titleStyle>
      <a:lvl1pPr marL="0" marR="0" indent="0"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1pPr>
      <a:lvl2pPr marL="0" marR="0" indent="457248"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2pPr>
      <a:lvl3pPr marL="0" marR="0" indent="914499"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3pPr>
      <a:lvl4pPr marL="0" marR="0" indent="1371747"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4pPr>
      <a:lvl5pPr marL="0" marR="0" indent="1828995"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5pPr>
      <a:lvl6pPr marL="0" marR="0" indent="2286246"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6pPr>
      <a:lvl7pPr marL="0" marR="0" indent="2743494"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7pPr>
      <a:lvl8pPr marL="0" marR="0" indent="3200745"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8pPr>
      <a:lvl9pPr marL="0" marR="0" indent="3657993"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9pPr>
    </p:titleStyle>
    <p:bodyStyle>
      <a:lvl1pPr marL="635069"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1pPr>
      <a:lvl2pPr marL="1270136"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2pPr>
      <a:lvl3pPr marL="1905206"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3pPr>
      <a:lvl4pPr marL="2540273"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4pPr>
      <a:lvl5pPr marL="3175342"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5pPr>
      <a:lvl6pPr marL="3810409"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6pPr>
      <a:lvl7pPr marL="4445479"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7pPr>
      <a:lvl8pPr marL="5080546"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8pPr>
      <a:lvl9pPr marL="5715615"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1pPr>
      <a:lvl2pPr marL="0" marR="0" indent="457248"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2pPr>
      <a:lvl3pPr marL="0" marR="0" indent="914499"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3pPr>
      <a:lvl4pPr marL="0" marR="0" indent="1371747"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4pPr>
      <a:lvl5pPr marL="0" marR="0" indent="1828995"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5pPr>
      <a:lvl6pPr marL="0" marR="0" indent="2286246"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6pPr>
      <a:lvl7pPr marL="0" marR="0" indent="2743494"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7pPr>
      <a:lvl8pPr marL="0" marR="0" indent="3200745"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8pPr>
      <a:lvl9pPr marL="0" marR="0" indent="3657993"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9pPr>
    </p:otherStyle>
  </p:txStyles>
  <p:extLst>
    <p:ext uri="{27BBF7A9-308A-43DC-89C8-2F10F3537804}">
      <p15:sldGuideLst xmlns:p15="http://schemas.microsoft.com/office/powerpoint/2012/main">
        <p15:guide id="1" orient="horz" pos="4320" userDrawn="1">
          <p15:clr>
            <a:srgbClr val="F26B43"/>
          </p15:clr>
        </p15:guide>
        <p15:guide id="2" pos="76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D8771-F6A7-8CE4-529C-6DFE03F324A1}"/>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B139557-0DC5-BEDE-6972-DB6CB218BCE6}"/>
              </a:ext>
            </a:extLst>
          </p:cNvPr>
          <p:cNvSpPr/>
          <p:nvPr/>
        </p:nvSpPr>
        <p:spPr>
          <a:xfrm>
            <a:off x="0" y="0"/>
            <a:ext cx="24384000" cy="13716000"/>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RU" sz="3200" b="0" i="0" u="none" strike="noStrike" cap="none" spc="0" normalizeH="0" baseline="0">
              <a:ln>
                <a:noFill/>
              </a:ln>
              <a:solidFill>
                <a:srgbClr val="FFFFFF"/>
              </a:solidFill>
              <a:effectLst/>
              <a:uFillTx/>
              <a:latin typeface="+mn-lt"/>
              <a:ea typeface="+mn-ea"/>
              <a:cs typeface="+mn-cs"/>
              <a:sym typeface="Helvetica Neue Medium"/>
            </a:endParaRPr>
          </a:p>
        </p:txBody>
      </p:sp>
      <p:pic>
        <p:nvPicPr>
          <p:cNvPr id="3" name="Рисунок 2">
            <a:extLst>
              <a:ext uri="{FF2B5EF4-FFF2-40B4-BE49-F238E27FC236}">
                <a16:creationId xmlns:a16="http://schemas.microsoft.com/office/drawing/2014/main" id="{8C653170-95E6-A1F3-81FD-DD2A19124E6E}"/>
              </a:ext>
            </a:extLst>
          </p:cNvPr>
          <p:cNvPicPr>
            <a:picLocks noChangeAspect="1"/>
          </p:cNvPicPr>
          <p:nvPr/>
        </p:nvPicPr>
        <p:blipFill>
          <a:blip r:embed="rId2"/>
          <a:stretch>
            <a:fillRect/>
          </a:stretch>
        </p:blipFill>
        <p:spPr>
          <a:xfrm>
            <a:off x="790047" y="527482"/>
            <a:ext cx="5689600" cy="2503429"/>
          </a:xfrm>
          <a:prstGeom prst="rect">
            <a:avLst/>
          </a:prstGeom>
        </p:spPr>
      </p:pic>
      <p:sp>
        <p:nvSpPr>
          <p:cNvPr id="4" name="TextBox 3">
            <a:extLst>
              <a:ext uri="{FF2B5EF4-FFF2-40B4-BE49-F238E27FC236}">
                <a16:creationId xmlns:a16="http://schemas.microsoft.com/office/drawing/2014/main" id="{C76E0751-2C8B-579A-D15D-B8619F01E597}"/>
              </a:ext>
            </a:extLst>
          </p:cNvPr>
          <p:cNvSpPr txBox="1"/>
          <p:nvPr/>
        </p:nvSpPr>
        <p:spPr>
          <a:xfrm>
            <a:off x="1433513" y="3491720"/>
            <a:ext cx="17023819" cy="1231106"/>
          </a:xfrm>
          <a:prstGeom prst="rect">
            <a:avLst/>
          </a:prstGeom>
          <a:noFill/>
        </p:spPr>
        <p:txBody>
          <a:bodyPr wrap="square" lIns="0" tIns="0" rIns="0" bIns="0" rtlCol="0" anchor="t">
            <a:spAutoFit/>
          </a:bodyPr>
          <a:lstStyle/>
          <a:p>
            <a:pPr algn="l"/>
            <a:r>
              <a:rPr lang="ru-RU" sz="8000" dirty="0">
                <a:solidFill>
                  <a:schemeClr val="bg1"/>
                </a:solidFill>
                <a:latin typeface="Arial" panose="020B0604020202020204" pitchFamily="34" charset="0"/>
                <a:cs typeface="Arial" panose="020B0604020202020204" pitchFamily="34" charset="0"/>
              </a:rPr>
              <a:t>Дипломный проект на тему:</a:t>
            </a:r>
            <a:endParaRPr lang="ru-RU" sz="7200" dirty="0">
              <a:solidFill>
                <a:schemeClr val="bg1"/>
              </a:solidFill>
              <a:latin typeface="Arial" panose="020B0604020202020204" pitchFamily="34" charset="0"/>
              <a:cs typeface="Arial" panose="020B0604020202020204" pitchFamily="34" charset="0"/>
            </a:endParaRPr>
          </a:p>
        </p:txBody>
      </p:sp>
      <p:pic>
        <p:nvPicPr>
          <p:cNvPr id="457" name="Рисунок 456">
            <a:extLst>
              <a:ext uri="{FF2B5EF4-FFF2-40B4-BE49-F238E27FC236}">
                <a16:creationId xmlns:a16="http://schemas.microsoft.com/office/drawing/2014/main" id="{4AD467F6-C2E6-9A59-7107-07A50951CF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264669" y="1"/>
            <a:ext cx="10659962" cy="13715999"/>
          </a:xfrm>
          <a:prstGeom prst="rect">
            <a:avLst/>
          </a:prstGeom>
        </p:spPr>
      </p:pic>
      <p:sp>
        <p:nvSpPr>
          <p:cNvPr id="6" name="TextBox 5">
            <a:extLst>
              <a:ext uri="{FF2B5EF4-FFF2-40B4-BE49-F238E27FC236}">
                <a16:creationId xmlns:a16="http://schemas.microsoft.com/office/drawing/2014/main" id="{56FA1CA0-8F86-48F2-84A0-EE404DF96C15}"/>
              </a:ext>
            </a:extLst>
          </p:cNvPr>
          <p:cNvSpPr txBox="1"/>
          <p:nvPr/>
        </p:nvSpPr>
        <p:spPr>
          <a:xfrm>
            <a:off x="1027114" y="7371541"/>
            <a:ext cx="9305606" cy="4339650"/>
          </a:xfrm>
          <a:prstGeom prst="rect">
            <a:avLst/>
          </a:prstGeom>
          <a:noFill/>
        </p:spPr>
        <p:txBody>
          <a:bodyPr wrap="square" lIns="0" tIns="0" rIns="0" bIns="0" rtlCol="0" anchor="t">
            <a:spAutoFit/>
          </a:bodyPr>
          <a:lstStyle/>
          <a:p>
            <a:pPr algn="l"/>
            <a:r>
              <a:rPr lang="ru-RU" sz="5400" dirty="0">
                <a:solidFill>
                  <a:schemeClr val="bg1"/>
                </a:solidFill>
                <a:latin typeface="Arial" panose="020B0604020202020204" pitchFamily="34" charset="0"/>
                <a:cs typeface="Arial" panose="020B0604020202020204" pitchFamily="34" charset="0"/>
              </a:rPr>
              <a:t>Студента группы: </a:t>
            </a:r>
          </a:p>
          <a:p>
            <a:pPr algn="l"/>
            <a:r>
              <a:rPr lang="ru-RU" sz="4000" b="0" dirty="0">
                <a:solidFill>
                  <a:schemeClr val="bg1"/>
                </a:solidFill>
                <a:latin typeface="Arial" panose="020B0604020202020204" pitchFamily="34" charset="0"/>
                <a:cs typeface="Arial" panose="020B0604020202020204" pitchFamily="34" charset="0"/>
              </a:rPr>
              <a:t>(Если индивидуальный)</a:t>
            </a:r>
          </a:p>
          <a:p>
            <a:pPr algn="l"/>
            <a:r>
              <a:rPr lang="ru-RU" sz="4000" b="0" dirty="0">
                <a:solidFill>
                  <a:schemeClr val="bg1"/>
                </a:solidFill>
                <a:latin typeface="Arial" panose="020B0604020202020204" pitchFamily="34" charset="0"/>
                <a:cs typeface="Arial" panose="020B0604020202020204" pitchFamily="34" charset="0"/>
              </a:rPr>
              <a:t>Если групповой, то указываются все фамилии участников ГПО на 3 слайде </a:t>
            </a:r>
          </a:p>
          <a:p>
            <a:pPr algn="l"/>
            <a:r>
              <a:rPr lang="ru-RU" sz="5400" dirty="0">
                <a:solidFill>
                  <a:schemeClr val="bg1"/>
                </a:solidFill>
                <a:latin typeface="Arial" panose="020B0604020202020204" pitchFamily="34" charset="0"/>
                <a:cs typeface="Arial" panose="020B0604020202020204" pitchFamily="34" charset="0"/>
              </a:rPr>
              <a:t>Руководитель дипломного проекта:</a:t>
            </a:r>
            <a:endParaRPr lang="ru-RU" sz="48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30587182"/>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Placeholder Demo Text"/>
          <p:cNvSpPr txBox="1"/>
          <p:nvPr/>
        </p:nvSpPr>
        <p:spPr>
          <a:xfrm>
            <a:off x="1427162" y="1052399"/>
            <a:ext cx="18360453" cy="12311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gn="l">
              <a:defRPr sz="8000" b="0">
                <a:solidFill>
                  <a:srgbClr val="242423"/>
                </a:solidFill>
                <a:latin typeface="Montserrat Bold"/>
                <a:ea typeface="Montserrat Bold"/>
                <a:cs typeface="Montserrat Bold"/>
                <a:sym typeface="Montserrat Bold"/>
              </a:defRPr>
            </a:lvl1pPr>
          </a:lstStyle>
          <a:p>
            <a:r>
              <a:rPr lang="ru-RU" b="1" dirty="0">
                <a:solidFill>
                  <a:schemeClr val="accent2"/>
                </a:solidFill>
                <a:latin typeface="Arial" panose="020B0604020202020204" pitchFamily="34" charset="0"/>
                <a:cs typeface="Arial" panose="020B0604020202020204" pitchFamily="34" charset="0"/>
              </a:rPr>
              <a:t>Цель, задачи, актуальность: </a:t>
            </a:r>
            <a:endParaRPr b="1" dirty="0">
              <a:solidFill>
                <a:schemeClr val="accent2"/>
              </a:solidFill>
              <a:latin typeface="Arial" panose="020B0604020202020204" pitchFamily="34" charset="0"/>
              <a:cs typeface="Arial" panose="020B0604020202020204" pitchFamily="34" charset="0"/>
            </a:endParaRPr>
          </a:p>
        </p:txBody>
      </p:sp>
      <p:sp>
        <p:nvSpPr>
          <p:cNvPr id="59" name="Lorem ipsum dolor sit amet, consectetur adipiscing elit, sed do eiusmod tempor incididunt ut labore et dolore magna aliqua. Arcu dictum varius duis at consectetur lorem donec. Volutpat maecenas volutpat blandit aliquam. Egestas quis ipsum suspendisse ult"/>
          <p:cNvSpPr txBox="1"/>
          <p:nvPr/>
        </p:nvSpPr>
        <p:spPr>
          <a:xfrm>
            <a:off x="1390650" y="3694471"/>
            <a:ext cx="19823430" cy="58915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gn="l" defTabSz="457248">
              <a:lnSpc>
                <a:spcPct val="120000"/>
              </a:lnSpc>
              <a:defRPr sz="2200" b="0">
                <a:solidFill>
                  <a:srgbClr val="7F8189"/>
                </a:solidFill>
                <a:latin typeface="Arial"/>
                <a:ea typeface="Arial"/>
                <a:cs typeface="Arial"/>
                <a:sym typeface="Arial"/>
              </a:defRPr>
            </a:pPr>
            <a:r>
              <a:rPr lang="en-US" sz="5400" dirty="0">
                <a:solidFill>
                  <a:schemeClr val="tx2"/>
                </a:solidFill>
                <a:latin typeface="Arial" panose="020B0604020202020204" pitchFamily="34" charset="0"/>
                <a:cs typeface="Arial" panose="020B0604020202020204" pitchFamily="34" charset="0"/>
              </a:rPr>
              <a:t># </a:t>
            </a:r>
            <a:r>
              <a:rPr lang="ru-RU" sz="5400" dirty="0">
                <a:solidFill>
                  <a:schemeClr val="tx2"/>
                </a:solidFill>
                <a:latin typeface="Arial" panose="020B0604020202020204" pitchFamily="34" charset="0"/>
                <a:cs typeface="Arial" panose="020B0604020202020204" pitchFamily="34" charset="0"/>
              </a:rPr>
              <a:t>Задачи ОБЩИЕ для проекта</a:t>
            </a:r>
          </a:p>
          <a:p>
            <a:pPr algn="l" defTabSz="457248">
              <a:lnSpc>
                <a:spcPct val="120000"/>
              </a:lnSpc>
              <a:defRPr sz="2200" b="0">
                <a:solidFill>
                  <a:srgbClr val="7F8189"/>
                </a:solidFill>
                <a:latin typeface="Arial"/>
                <a:ea typeface="Arial"/>
                <a:cs typeface="Arial"/>
                <a:sym typeface="Arial"/>
              </a:defRPr>
            </a:pPr>
            <a:r>
              <a:rPr lang="en-US" sz="5400" dirty="0">
                <a:solidFill>
                  <a:schemeClr val="tx2"/>
                </a:solidFill>
                <a:latin typeface="Arial" panose="020B0604020202020204" pitchFamily="34" charset="0"/>
                <a:cs typeface="Arial" panose="020B0604020202020204" pitchFamily="34" charset="0"/>
              </a:rPr>
              <a:t># </a:t>
            </a:r>
            <a:r>
              <a:rPr lang="ru-RU" sz="5400" dirty="0">
                <a:solidFill>
                  <a:schemeClr val="tx2"/>
                </a:solidFill>
                <a:latin typeface="Arial" panose="020B0604020202020204" pitchFamily="34" charset="0"/>
                <a:cs typeface="Arial" panose="020B0604020202020204" pitchFamily="34" charset="0"/>
              </a:rPr>
              <a:t>Актуальность и научная и практическая значимость ОБЩИЕ (по итогам сравнительного анализа альтернатив) </a:t>
            </a:r>
            <a:endParaRPr lang="en-US" sz="5400" dirty="0">
              <a:solidFill>
                <a:schemeClr val="tx2"/>
              </a:solidFill>
              <a:latin typeface="Arial" panose="020B0604020202020204" pitchFamily="34" charset="0"/>
              <a:cs typeface="Arial" panose="020B0604020202020204" pitchFamily="34" charset="0"/>
            </a:endParaRPr>
          </a:p>
          <a:p>
            <a:pPr algn="l" defTabSz="457248">
              <a:lnSpc>
                <a:spcPct val="120000"/>
              </a:lnSpc>
              <a:defRPr sz="2200" b="0">
                <a:solidFill>
                  <a:srgbClr val="7F8189"/>
                </a:solidFill>
                <a:latin typeface="Arial"/>
                <a:ea typeface="Arial"/>
                <a:cs typeface="Arial"/>
                <a:sym typeface="Arial"/>
              </a:defRPr>
            </a:pPr>
            <a:r>
              <a:rPr lang="en-US" sz="5400" dirty="0">
                <a:solidFill>
                  <a:schemeClr val="tx2"/>
                </a:solidFill>
                <a:latin typeface="Arial" panose="020B0604020202020204" pitchFamily="34" charset="0"/>
                <a:cs typeface="Arial" panose="020B0604020202020204" pitchFamily="34" charset="0"/>
              </a:rPr>
              <a:t># </a:t>
            </a:r>
            <a:r>
              <a:rPr lang="ru-RU" sz="5400" dirty="0">
                <a:solidFill>
                  <a:schemeClr val="tx2"/>
                </a:solidFill>
                <a:latin typeface="Arial" panose="020B0604020202020204" pitchFamily="34" charset="0"/>
                <a:cs typeface="Arial" panose="020B0604020202020204" pitchFamily="34" charset="0"/>
              </a:rPr>
              <a:t>Проговариваем ОБЩИЕ инструменты и методы содержания работы </a:t>
            </a:r>
          </a:p>
          <a:p>
            <a:pPr algn="l" defTabSz="457248">
              <a:lnSpc>
                <a:spcPct val="120000"/>
              </a:lnSpc>
              <a:defRPr sz="2200" b="0">
                <a:solidFill>
                  <a:srgbClr val="7F8189"/>
                </a:solidFill>
                <a:latin typeface="Arial"/>
                <a:ea typeface="Arial"/>
                <a:cs typeface="Arial"/>
                <a:sym typeface="Arial"/>
              </a:defRPr>
            </a:pPr>
            <a:endParaRPr lang="ru-RU" sz="5400" dirty="0">
              <a:solidFill>
                <a:schemeClr val="tx2"/>
              </a:solidFill>
              <a:latin typeface="Arial" panose="020B0604020202020204" pitchFamily="34" charset="0"/>
              <a:cs typeface="Arial" panose="020B0604020202020204" pitchFamily="34" charset="0"/>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Rectangle"/>
          <p:cNvSpPr/>
          <p:nvPr/>
        </p:nvSpPr>
        <p:spPr>
          <a:xfrm>
            <a:off x="18637" y="-14025"/>
            <a:ext cx="20372484" cy="2557745"/>
          </a:xfrm>
          <a:prstGeom prst="rect">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117" name="All the world is made of faith, and trust, and pixie dust.">
            <a:hlinkClick r:id="rId2" action="ppaction://hlinksldjump"/>
          </p:cNvPr>
          <p:cNvSpPr txBox="1"/>
          <p:nvPr/>
        </p:nvSpPr>
        <p:spPr>
          <a:xfrm>
            <a:off x="1427162" y="2939721"/>
            <a:ext cx="21013956" cy="1846659"/>
          </a:xfrm>
          <a:prstGeom prst="rect">
            <a:avLst/>
          </a:prstGeom>
          <a:ln w="12700">
            <a:solidFill>
              <a:srgbClr val="C8124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gn="l">
              <a:defRPr sz="8000" b="0">
                <a:solidFill>
                  <a:srgbClr val="242423"/>
                </a:solidFill>
                <a:latin typeface="Montserrat Bold"/>
                <a:ea typeface="Montserrat Bold"/>
                <a:cs typeface="Montserrat Bold"/>
                <a:sym typeface="Montserrat Bold"/>
              </a:defRPr>
            </a:lvl1pPr>
          </a:lstStyle>
          <a:p>
            <a:pPr algn="ctr"/>
            <a:r>
              <a:rPr lang="ru-RU" sz="6000" b="1" dirty="0">
                <a:solidFill>
                  <a:schemeClr val="accent2"/>
                </a:solidFill>
                <a:latin typeface="Arial" panose="020B0604020202020204" pitchFamily="34" charset="0"/>
                <a:cs typeface="Arial" panose="020B0604020202020204" pitchFamily="34" charset="0"/>
              </a:rPr>
              <a:t>ФИО </a:t>
            </a:r>
          </a:p>
          <a:p>
            <a:pPr algn="ctr"/>
            <a:r>
              <a:rPr lang="ru-RU" sz="6000" b="1" dirty="0">
                <a:solidFill>
                  <a:schemeClr val="accent2"/>
                </a:solidFill>
                <a:latin typeface="Arial" panose="020B0604020202020204" pitchFamily="34" charset="0"/>
                <a:cs typeface="Arial" panose="020B0604020202020204" pitchFamily="34" charset="0"/>
              </a:rPr>
              <a:t>Тема 1 модуля </a:t>
            </a:r>
          </a:p>
        </p:txBody>
      </p:sp>
      <p:sp>
        <p:nvSpPr>
          <p:cNvPr id="13" name="Rectangle">
            <a:extLst>
              <a:ext uri="{FF2B5EF4-FFF2-40B4-BE49-F238E27FC236}">
                <a16:creationId xmlns:a16="http://schemas.microsoft.com/office/drawing/2014/main" id="{2AF0629E-AC8D-4736-A3AE-8B2CD3F89D46}"/>
              </a:ext>
            </a:extLst>
          </p:cNvPr>
          <p:cNvSpPr/>
          <p:nvPr/>
        </p:nvSpPr>
        <p:spPr>
          <a:xfrm>
            <a:off x="1427163" y="2577132"/>
            <a:ext cx="3017521" cy="143978"/>
          </a:xfrm>
          <a:prstGeom prst="rect">
            <a:avLst/>
          </a:prstGeom>
          <a:solidFill>
            <a:schemeClr val="accent2"/>
          </a:solid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3200" dirty="0">
              <a:solidFill>
                <a:srgbClr val="171F29"/>
              </a:solidFill>
              <a:latin typeface="Arial Black" panose="020B0604020202020204" pitchFamily="34" charset="0"/>
              <a:cs typeface="Arial Black" panose="020B0604020202020204" pitchFamily="34" charset="0"/>
            </a:endParaRPr>
          </a:p>
        </p:txBody>
      </p:sp>
      <p:sp>
        <p:nvSpPr>
          <p:cNvPr id="18" name="Subtitle Text">
            <a:extLst>
              <a:ext uri="{FF2B5EF4-FFF2-40B4-BE49-F238E27FC236}">
                <a16:creationId xmlns:a16="http://schemas.microsoft.com/office/drawing/2014/main" id="{73F5F6BA-293F-4B35-97DF-B2D6CC0A27DB}"/>
              </a:ext>
            </a:extLst>
          </p:cNvPr>
          <p:cNvSpPr/>
          <p:nvPr/>
        </p:nvSpPr>
        <p:spPr>
          <a:xfrm>
            <a:off x="1427163" y="760765"/>
            <a:ext cx="9088438" cy="1008163"/>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numCol="1" anchor="t">
            <a:spAutoFit/>
          </a:bodyPr>
          <a:lstStyle>
            <a:lvl1pPr algn="l" defTabSz="457200">
              <a:lnSpc>
                <a:spcPct val="120000"/>
              </a:lnSpc>
              <a:defRPr sz="1400" cap="all" spc="1120">
                <a:solidFill>
                  <a:srgbClr val="242423"/>
                </a:solidFill>
                <a:latin typeface="Arial"/>
                <a:ea typeface="Arial"/>
                <a:cs typeface="Arial"/>
                <a:sym typeface="Arial"/>
              </a:defRPr>
            </a:lvl1pPr>
          </a:lstStyle>
          <a:p>
            <a:r>
              <a:rPr lang="ru-RU" sz="5400" spc="50" dirty="0">
                <a:ln w="0"/>
                <a:solidFill>
                  <a:schemeClr val="bg1"/>
                </a:solidFill>
                <a:effectLst>
                  <a:innerShdw blurRad="63500" dist="50800" dir="13500000">
                    <a:srgbClr val="000000">
                      <a:alpha val="50000"/>
                    </a:srgbClr>
                  </a:innerShdw>
                </a:effectLst>
                <a:latin typeface="Arial" panose="020B0604020202020204" pitchFamily="34" charset="0"/>
                <a:cs typeface="Arial" panose="020B0604020202020204" pitchFamily="34" charset="0"/>
              </a:rPr>
              <a:t>Модули выполняли</a:t>
            </a:r>
            <a:r>
              <a:rPr sz="5400" spc="50" dirty="0">
                <a:ln w="0"/>
                <a:solidFill>
                  <a:schemeClr val="bg1"/>
                </a:solidFill>
                <a:effectLst>
                  <a:innerShdw blurRad="63500" dist="50800" dir="13500000">
                    <a:srgbClr val="000000">
                      <a:alpha val="50000"/>
                    </a:srgbClr>
                  </a:innerShdw>
                </a:effectLst>
                <a:latin typeface="Arial" panose="020B0604020202020204" pitchFamily="34" charset="0"/>
                <a:cs typeface="Arial" panose="020B0604020202020204" pitchFamily="34" charset="0"/>
              </a:rPr>
              <a:t> </a:t>
            </a:r>
          </a:p>
        </p:txBody>
      </p:sp>
      <p:sp>
        <p:nvSpPr>
          <p:cNvPr id="4" name="Circle">
            <a:extLst>
              <a:ext uri="{FF2B5EF4-FFF2-40B4-BE49-F238E27FC236}">
                <a16:creationId xmlns:a16="http://schemas.microsoft.com/office/drawing/2014/main" id="{D9151E77-5E8A-E5A3-F2EF-1C9C5F26A8BC}"/>
              </a:ext>
            </a:extLst>
          </p:cNvPr>
          <p:cNvSpPr/>
          <p:nvPr/>
        </p:nvSpPr>
        <p:spPr>
          <a:xfrm>
            <a:off x="22441118" y="11878734"/>
            <a:ext cx="571500" cy="571500"/>
          </a:xfrm>
          <a:prstGeom prst="ellipse">
            <a:avLst/>
          </a:prstGeom>
          <a:solidFill>
            <a:srgbClr val="FFFFFF"/>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5" name="Slide Number">
            <a:extLst>
              <a:ext uri="{FF2B5EF4-FFF2-40B4-BE49-F238E27FC236}">
                <a16:creationId xmlns:a16="http://schemas.microsoft.com/office/drawing/2014/main" id="{FF8B82AA-3924-A011-919D-D3384CB25334}"/>
              </a:ext>
            </a:extLst>
          </p:cNvPr>
          <p:cNvSpPr txBox="1">
            <a:spLocks noGrp="1"/>
          </p:cNvSpPr>
          <p:nvPr>
            <p:ph type="sldNum" sz="quarter" idx="4294967295"/>
          </p:nvPr>
        </p:nvSpPr>
        <p:spPr>
          <a:xfrm>
            <a:off x="21971260" y="11990278"/>
            <a:ext cx="1560643" cy="29898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400" b="1" i="0">
                <a:solidFill>
                  <a:srgbClr val="EFDD66"/>
                </a:solidFill>
                <a:latin typeface="Arial" panose="020B0604020202020204" pitchFamily="34" charset="0"/>
                <a:cs typeface="Arial" panose="020B0604020202020204" pitchFamily="34" charset="0"/>
              </a:defRPr>
            </a:lvl1pPr>
          </a:lstStyle>
          <a:p>
            <a:fld id="{86CB4B4D-7CA3-9044-876B-883B54F8677D}" type="slidenum">
              <a:rPr lang="en-RU" smtClean="0">
                <a:solidFill>
                  <a:srgbClr val="131313"/>
                </a:solidFill>
              </a:rPr>
              <a:pPr/>
              <a:t>3</a:t>
            </a:fld>
            <a:endParaRPr lang="en-RU" dirty="0">
              <a:solidFill>
                <a:srgbClr val="131313"/>
              </a:solidFill>
            </a:endParaRPr>
          </a:p>
        </p:txBody>
      </p:sp>
      <p:sp>
        <p:nvSpPr>
          <p:cNvPr id="25" name="All the world is made of faith, and trust, and pixie dust.">
            <a:extLst>
              <a:ext uri="{FF2B5EF4-FFF2-40B4-BE49-F238E27FC236}">
                <a16:creationId xmlns:a16="http://schemas.microsoft.com/office/drawing/2014/main" id="{4B2A8768-0D70-4AC7-B1D3-DF8B82F6E729}"/>
              </a:ext>
            </a:extLst>
          </p:cNvPr>
          <p:cNvSpPr txBox="1"/>
          <p:nvPr/>
        </p:nvSpPr>
        <p:spPr>
          <a:xfrm>
            <a:off x="1427162" y="5006265"/>
            <a:ext cx="21013956" cy="1846659"/>
          </a:xfrm>
          <a:prstGeom prst="rect">
            <a:avLst/>
          </a:prstGeom>
          <a:ln w="12700">
            <a:solidFill>
              <a:srgbClr val="C8124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gn="l">
              <a:defRPr sz="8000" b="0">
                <a:solidFill>
                  <a:srgbClr val="242423"/>
                </a:solidFill>
                <a:latin typeface="Montserrat Bold"/>
                <a:ea typeface="Montserrat Bold"/>
                <a:cs typeface="Montserrat Bold"/>
                <a:sym typeface="Montserrat Bold"/>
              </a:defRPr>
            </a:lvl1pPr>
          </a:lstStyle>
          <a:p>
            <a:pPr algn="ctr"/>
            <a:r>
              <a:rPr lang="ru-RU" sz="6000" b="1" dirty="0">
                <a:solidFill>
                  <a:schemeClr val="accent2"/>
                </a:solidFill>
                <a:latin typeface="Arial" panose="020B0604020202020204" pitchFamily="34" charset="0"/>
                <a:cs typeface="Arial" panose="020B0604020202020204" pitchFamily="34" charset="0"/>
              </a:rPr>
              <a:t>ФИО </a:t>
            </a:r>
          </a:p>
          <a:p>
            <a:pPr algn="ctr"/>
            <a:r>
              <a:rPr lang="ru-RU" sz="6000" b="1" dirty="0">
                <a:solidFill>
                  <a:schemeClr val="accent2"/>
                </a:solidFill>
                <a:latin typeface="Arial" panose="020B0604020202020204" pitchFamily="34" charset="0"/>
                <a:cs typeface="Arial" panose="020B0604020202020204" pitchFamily="34" charset="0"/>
              </a:rPr>
              <a:t>Тема 2 модуля </a:t>
            </a:r>
          </a:p>
        </p:txBody>
      </p:sp>
      <p:sp>
        <p:nvSpPr>
          <p:cNvPr id="26" name="All the world is made of faith, and trust, and pixie dust.">
            <a:extLst>
              <a:ext uri="{FF2B5EF4-FFF2-40B4-BE49-F238E27FC236}">
                <a16:creationId xmlns:a16="http://schemas.microsoft.com/office/drawing/2014/main" id="{7CF1DF29-F5B1-43BE-82BD-5081F15B5E1E}"/>
              </a:ext>
            </a:extLst>
          </p:cNvPr>
          <p:cNvSpPr txBox="1"/>
          <p:nvPr/>
        </p:nvSpPr>
        <p:spPr>
          <a:xfrm>
            <a:off x="1427162" y="7104309"/>
            <a:ext cx="21013956" cy="1846659"/>
          </a:xfrm>
          <a:prstGeom prst="rect">
            <a:avLst/>
          </a:prstGeom>
          <a:ln w="12700">
            <a:solidFill>
              <a:srgbClr val="C8124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gn="l">
              <a:defRPr sz="8000" b="0">
                <a:solidFill>
                  <a:srgbClr val="242423"/>
                </a:solidFill>
                <a:latin typeface="Montserrat Bold"/>
                <a:ea typeface="Montserrat Bold"/>
                <a:cs typeface="Montserrat Bold"/>
                <a:sym typeface="Montserrat Bold"/>
              </a:defRPr>
            </a:lvl1pPr>
          </a:lstStyle>
          <a:p>
            <a:pPr algn="ctr"/>
            <a:r>
              <a:rPr lang="ru-RU" sz="6000" b="1" dirty="0">
                <a:solidFill>
                  <a:schemeClr val="accent2"/>
                </a:solidFill>
                <a:latin typeface="Arial" panose="020B0604020202020204" pitchFamily="34" charset="0"/>
                <a:cs typeface="Arial" panose="020B0604020202020204" pitchFamily="34" charset="0"/>
              </a:rPr>
              <a:t>ФИО </a:t>
            </a:r>
          </a:p>
          <a:p>
            <a:pPr algn="ctr"/>
            <a:r>
              <a:rPr lang="ru-RU" sz="6000" b="1" dirty="0">
                <a:solidFill>
                  <a:schemeClr val="accent2"/>
                </a:solidFill>
                <a:latin typeface="Arial" panose="020B0604020202020204" pitchFamily="34" charset="0"/>
                <a:cs typeface="Arial" panose="020B0604020202020204" pitchFamily="34" charset="0"/>
              </a:rPr>
              <a:t>Тема 3 модуля </a:t>
            </a:r>
          </a:p>
        </p:txBody>
      </p:sp>
      <p:sp>
        <p:nvSpPr>
          <p:cNvPr id="27" name="All the world is made of faith, and trust, and pixie dust.">
            <a:extLst>
              <a:ext uri="{FF2B5EF4-FFF2-40B4-BE49-F238E27FC236}">
                <a16:creationId xmlns:a16="http://schemas.microsoft.com/office/drawing/2014/main" id="{E6D28898-93D1-4D88-9AE9-907527E2EBA4}"/>
              </a:ext>
            </a:extLst>
          </p:cNvPr>
          <p:cNvSpPr txBox="1"/>
          <p:nvPr/>
        </p:nvSpPr>
        <p:spPr>
          <a:xfrm>
            <a:off x="1427162" y="9202353"/>
            <a:ext cx="21013956" cy="1846659"/>
          </a:xfrm>
          <a:prstGeom prst="rect">
            <a:avLst/>
          </a:prstGeom>
          <a:ln w="12700">
            <a:solidFill>
              <a:srgbClr val="C8124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gn="l">
              <a:defRPr sz="8000" b="0">
                <a:solidFill>
                  <a:srgbClr val="242423"/>
                </a:solidFill>
                <a:latin typeface="Montserrat Bold"/>
                <a:ea typeface="Montserrat Bold"/>
                <a:cs typeface="Montserrat Bold"/>
                <a:sym typeface="Montserrat Bold"/>
              </a:defRPr>
            </a:lvl1pPr>
          </a:lstStyle>
          <a:p>
            <a:pPr algn="ctr"/>
            <a:r>
              <a:rPr lang="ru-RU" sz="6000" b="1" dirty="0">
                <a:solidFill>
                  <a:schemeClr val="accent2"/>
                </a:solidFill>
                <a:latin typeface="Arial" panose="020B0604020202020204" pitchFamily="34" charset="0"/>
                <a:cs typeface="Arial" panose="020B0604020202020204" pitchFamily="34" charset="0"/>
              </a:rPr>
              <a:t>ФИО </a:t>
            </a:r>
          </a:p>
          <a:p>
            <a:pPr algn="ctr"/>
            <a:r>
              <a:rPr lang="ru-RU" sz="6000" b="1" dirty="0">
                <a:solidFill>
                  <a:schemeClr val="accent2"/>
                </a:solidFill>
                <a:latin typeface="Arial" panose="020B0604020202020204" pitchFamily="34" charset="0"/>
                <a:cs typeface="Arial" panose="020B0604020202020204" pitchFamily="34" charset="0"/>
              </a:rPr>
              <a:t>Тема 4 модуля </a:t>
            </a:r>
          </a:p>
        </p:txBody>
      </p:sp>
      <p:sp>
        <p:nvSpPr>
          <p:cNvPr id="28" name="All the world is made of faith, and trust, and pixie dust.">
            <a:extLst>
              <a:ext uri="{FF2B5EF4-FFF2-40B4-BE49-F238E27FC236}">
                <a16:creationId xmlns:a16="http://schemas.microsoft.com/office/drawing/2014/main" id="{BAFFCB1E-3205-44CD-BE12-14B75598B79E}"/>
              </a:ext>
            </a:extLst>
          </p:cNvPr>
          <p:cNvSpPr txBox="1"/>
          <p:nvPr/>
        </p:nvSpPr>
        <p:spPr>
          <a:xfrm>
            <a:off x="1427162" y="11365932"/>
            <a:ext cx="21013956" cy="1846659"/>
          </a:xfrm>
          <a:prstGeom prst="rect">
            <a:avLst/>
          </a:prstGeom>
          <a:ln w="12700">
            <a:solidFill>
              <a:srgbClr val="C8124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gn="l">
              <a:defRPr sz="8000" b="0">
                <a:solidFill>
                  <a:srgbClr val="242423"/>
                </a:solidFill>
                <a:latin typeface="Montserrat Bold"/>
                <a:ea typeface="Montserrat Bold"/>
                <a:cs typeface="Montserrat Bold"/>
                <a:sym typeface="Montserrat Bold"/>
              </a:defRPr>
            </a:lvl1pPr>
          </a:lstStyle>
          <a:p>
            <a:pPr algn="ctr"/>
            <a:r>
              <a:rPr lang="ru-RU" sz="6000" b="1" dirty="0">
                <a:solidFill>
                  <a:schemeClr val="accent2"/>
                </a:solidFill>
                <a:latin typeface="Arial" panose="020B0604020202020204" pitchFamily="34" charset="0"/>
                <a:cs typeface="Arial" panose="020B0604020202020204" pitchFamily="34" charset="0"/>
              </a:rPr>
              <a:t>ФИО </a:t>
            </a:r>
          </a:p>
          <a:p>
            <a:pPr algn="ctr"/>
            <a:r>
              <a:rPr lang="ru-RU" sz="6000" b="1" dirty="0">
                <a:solidFill>
                  <a:schemeClr val="accent2"/>
                </a:solidFill>
                <a:latin typeface="Arial" panose="020B0604020202020204" pitchFamily="34" charset="0"/>
                <a:cs typeface="Arial" panose="020B0604020202020204" pitchFamily="34" charset="0"/>
              </a:rPr>
              <a:t>Тема 5 модуля </a:t>
            </a:r>
          </a:p>
        </p:txBody>
      </p:sp>
      <p:sp>
        <p:nvSpPr>
          <p:cNvPr id="15" name="Прямоугольник 14">
            <a:hlinkClick r:id="rId2" action="ppaction://hlinksldjump"/>
            <a:extLst>
              <a:ext uri="{FF2B5EF4-FFF2-40B4-BE49-F238E27FC236}">
                <a16:creationId xmlns:a16="http://schemas.microsoft.com/office/drawing/2014/main" id="{0B7C840D-B613-414E-A485-F7FBDA90455E}"/>
              </a:ext>
            </a:extLst>
          </p:cNvPr>
          <p:cNvSpPr/>
          <p:nvPr/>
        </p:nvSpPr>
        <p:spPr>
          <a:xfrm>
            <a:off x="21416990" y="2965626"/>
            <a:ext cx="1024128" cy="1846659"/>
          </a:xfrm>
          <a:prstGeom prst="rect">
            <a:avLst/>
          </a:prstGeom>
          <a:solidFill>
            <a:schemeClr val="accent2"/>
          </a:solidFill>
          <a:ln>
            <a:noFill/>
          </a:ln>
          <a:scene3d>
            <a:camera prst="orthographicFront"/>
            <a:lightRig rig="threePt" dir="t"/>
          </a:scene3d>
          <a:sp3d>
            <a:bevelT w="114300" prst="artDeco"/>
          </a:sp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30" name="Прямоугольник 29">
            <a:hlinkClick r:id="" action="ppaction://noaction"/>
            <a:extLst>
              <a:ext uri="{FF2B5EF4-FFF2-40B4-BE49-F238E27FC236}">
                <a16:creationId xmlns:a16="http://schemas.microsoft.com/office/drawing/2014/main" id="{9352154A-22FA-4760-9A06-37BBD77EEB17}"/>
              </a:ext>
            </a:extLst>
          </p:cNvPr>
          <p:cNvSpPr/>
          <p:nvPr/>
        </p:nvSpPr>
        <p:spPr>
          <a:xfrm>
            <a:off x="21416990" y="5001249"/>
            <a:ext cx="1024128" cy="1846659"/>
          </a:xfrm>
          <a:prstGeom prst="rect">
            <a:avLst/>
          </a:prstGeom>
          <a:solidFill>
            <a:schemeClr val="accent2"/>
          </a:solidFill>
          <a:ln>
            <a:noFill/>
          </a:ln>
          <a:scene3d>
            <a:camera prst="orthographicFront"/>
            <a:lightRig rig="threePt" dir="t"/>
          </a:scene3d>
          <a:sp3d>
            <a:bevelT w="114300" prst="artDeco"/>
          </a:sp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31" name="Прямоугольник 30">
            <a:hlinkClick r:id="" action="ppaction://noaction"/>
            <a:extLst>
              <a:ext uri="{FF2B5EF4-FFF2-40B4-BE49-F238E27FC236}">
                <a16:creationId xmlns:a16="http://schemas.microsoft.com/office/drawing/2014/main" id="{C3E39073-8523-4A3D-A8FD-840CF84379DB}"/>
              </a:ext>
            </a:extLst>
          </p:cNvPr>
          <p:cNvSpPr/>
          <p:nvPr/>
        </p:nvSpPr>
        <p:spPr>
          <a:xfrm>
            <a:off x="21416990" y="7104309"/>
            <a:ext cx="1024128" cy="1846659"/>
          </a:xfrm>
          <a:prstGeom prst="rect">
            <a:avLst/>
          </a:prstGeom>
          <a:solidFill>
            <a:schemeClr val="accent2"/>
          </a:solidFill>
          <a:ln>
            <a:noFill/>
          </a:ln>
          <a:scene3d>
            <a:camera prst="orthographicFront"/>
            <a:lightRig rig="threePt" dir="t"/>
          </a:scene3d>
          <a:sp3d>
            <a:bevelT w="114300" prst="artDeco"/>
          </a:sp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32" name="Прямоугольник 31">
            <a:hlinkClick r:id="" action="ppaction://noaction"/>
            <a:extLst>
              <a:ext uri="{FF2B5EF4-FFF2-40B4-BE49-F238E27FC236}">
                <a16:creationId xmlns:a16="http://schemas.microsoft.com/office/drawing/2014/main" id="{C59D291A-B749-49FF-B378-C223A9FAE50C}"/>
              </a:ext>
            </a:extLst>
          </p:cNvPr>
          <p:cNvSpPr/>
          <p:nvPr/>
        </p:nvSpPr>
        <p:spPr>
          <a:xfrm>
            <a:off x="21424362" y="9202353"/>
            <a:ext cx="1024128" cy="1846659"/>
          </a:xfrm>
          <a:prstGeom prst="rect">
            <a:avLst/>
          </a:prstGeom>
          <a:solidFill>
            <a:schemeClr val="accent2"/>
          </a:solidFill>
          <a:ln>
            <a:noFill/>
          </a:ln>
          <a:scene3d>
            <a:camera prst="orthographicFront"/>
            <a:lightRig rig="threePt" dir="t"/>
          </a:scene3d>
          <a:sp3d>
            <a:bevelT w="114300" prst="artDeco"/>
          </a:sp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33" name="Прямоугольник 32">
            <a:hlinkClick r:id="" action="ppaction://noaction"/>
            <a:extLst>
              <a:ext uri="{FF2B5EF4-FFF2-40B4-BE49-F238E27FC236}">
                <a16:creationId xmlns:a16="http://schemas.microsoft.com/office/drawing/2014/main" id="{A5A87C7B-1872-449C-B708-7CE23710149B}"/>
              </a:ext>
            </a:extLst>
          </p:cNvPr>
          <p:cNvSpPr/>
          <p:nvPr/>
        </p:nvSpPr>
        <p:spPr>
          <a:xfrm>
            <a:off x="21409769" y="11365931"/>
            <a:ext cx="1024128" cy="1846659"/>
          </a:xfrm>
          <a:prstGeom prst="rect">
            <a:avLst/>
          </a:prstGeom>
          <a:solidFill>
            <a:schemeClr val="accent2"/>
          </a:solidFill>
          <a:ln>
            <a:noFill/>
          </a:ln>
          <a:scene3d>
            <a:camera prst="orthographicFront"/>
            <a:lightRig rig="threePt" dir="t"/>
          </a:scene3d>
          <a:sp3d>
            <a:bevelT w="114300" prst="artDeco"/>
          </a:sp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ln>
                <a:noFill/>
              </a:ln>
              <a:solidFill>
                <a:srgbClr val="FFFFFF"/>
              </a:solidFill>
              <a:effectLst/>
              <a:uFillTx/>
              <a:latin typeface="+mn-lt"/>
              <a:ea typeface="+mn-ea"/>
              <a:cs typeface="+mn-cs"/>
              <a:sym typeface="Helvetica Neue Medium"/>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All the world is made of faith, and trust, and pixie dust."/>
          <p:cNvSpPr txBox="1"/>
          <p:nvPr/>
        </p:nvSpPr>
        <p:spPr>
          <a:xfrm>
            <a:off x="1193292" y="657327"/>
            <a:ext cx="12650724" cy="9335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spAutoFit/>
          </a:bodyPr>
          <a:lstStyle>
            <a:lvl1pPr algn="l">
              <a:defRPr sz="5000" b="0">
                <a:solidFill>
                  <a:srgbClr val="242423"/>
                </a:solidFill>
                <a:latin typeface="Montserrat Bold"/>
                <a:ea typeface="Montserrat Bold"/>
                <a:cs typeface="Montserrat Bold"/>
                <a:sym typeface="Montserrat Bold"/>
              </a:defRPr>
            </a:lvl1pPr>
          </a:lstStyle>
          <a:p>
            <a:pPr algn="ctr"/>
            <a:r>
              <a:rPr lang="ru-RU" sz="5400" b="1" dirty="0">
                <a:solidFill>
                  <a:schemeClr val="bg1"/>
                </a:solidFill>
                <a:latin typeface="Arial" panose="020B0604020202020204" pitchFamily="34" charset="0"/>
                <a:cs typeface="Arial" panose="020B0604020202020204" pitchFamily="34" charset="0"/>
              </a:rPr>
              <a:t>МОДЕЛЬ БИЗНЕС-ПРОЦЕССОВ</a:t>
            </a:r>
            <a:endParaRPr lang="ru-RU" sz="5400" dirty="0">
              <a:solidFill>
                <a:schemeClr val="bg1"/>
              </a:solidFill>
              <a:latin typeface="Arial" panose="020B0604020202020204" pitchFamily="34" charset="0"/>
              <a:cs typeface="Arial" panose="020B0604020202020204" pitchFamily="34" charset="0"/>
            </a:endParaRPr>
          </a:p>
        </p:txBody>
      </p:sp>
      <p:sp>
        <p:nvSpPr>
          <p:cNvPr id="7" name="Rectangle">
            <a:extLst>
              <a:ext uri="{FF2B5EF4-FFF2-40B4-BE49-F238E27FC236}">
                <a16:creationId xmlns:a16="http://schemas.microsoft.com/office/drawing/2014/main" id="{955C94AE-B80E-4918-B201-60D7FF67FDAB}"/>
              </a:ext>
            </a:extLst>
          </p:cNvPr>
          <p:cNvSpPr/>
          <p:nvPr/>
        </p:nvSpPr>
        <p:spPr>
          <a:xfrm>
            <a:off x="349" y="2139697"/>
            <a:ext cx="24383652" cy="4718304"/>
          </a:xfrm>
          <a:prstGeom prst="rect">
            <a:avLst/>
          </a:prstGeom>
          <a:solidFill>
            <a:srgbClr val="EFF0EF"/>
          </a:solidFill>
          <a:ln w="12700">
            <a:solidFill>
              <a:srgbClr val="EFF0E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5" name="Lorem ipsum dolor sit amet, consectetur adipiscing elit, sed do eiusmod tempor incididunt ut labore et dolore magna aliqua. Arcu dictum varius duis at consectetur lorem donec. Volutpat maecenas volutpat blandit aliquam. Egestas quis ipsum suspendisse ult">
            <a:extLst>
              <a:ext uri="{FF2B5EF4-FFF2-40B4-BE49-F238E27FC236}">
                <a16:creationId xmlns:a16="http://schemas.microsoft.com/office/drawing/2014/main" id="{E6279DB2-1E4D-40C3-9C0D-E60BDFD49116}"/>
              </a:ext>
            </a:extLst>
          </p:cNvPr>
          <p:cNvSpPr txBox="1"/>
          <p:nvPr/>
        </p:nvSpPr>
        <p:spPr>
          <a:xfrm>
            <a:off x="1390650" y="3694471"/>
            <a:ext cx="11885083" cy="78859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gn="l" defTabSz="457248">
              <a:lnSpc>
                <a:spcPct val="120000"/>
              </a:lnSpc>
              <a:defRPr sz="2200" b="0">
                <a:solidFill>
                  <a:srgbClr val="7F8189"/>
                </a:solidFill>
                <a:latin typeface="Arial"/>
                <a:ea typeface="Arial"/>
                <a:cs typeface="Arial"/>
                <a:sym typeface="Arial"/>
              </a:defRPr>
            </a:pPr>
            <a:r>
              <a:rPr lang="ru-RU" sz="5400" dirty="0">
                <a:solidFill>
                  <a:schemeClr val="tx2"/>
                </a:solidFill>
                <a:latin typeface="Arial" panose="020B0604020202020204" pitchFamily="34" charset="0"/>
                <a:cs typeface="Arial" panose="020B0604020202020204" pitchFamily="34" charset="0"/>
              </a:rPr>
              <a:t>#показать основную структуру предметной области</a:t>
            </a:r>
          </a:p>
          <a:p>
            <a:pPr algn="l" defTabSz="457248">
              <a:lnSpc>
                <a:spcPct val="120000"/>
              </a:lnSpc>
              <a:defRPr sz="2200" b="0">
                <a:solidFill>
                  <a:srgbClr val="7F8189"/>
                </a:solidFill>
                <a:latin typeface="Arial"/>
                <a:ea typeface="Arial"/>
                <a:cs typeface="Arial"/>
                <a:sym typeface="Arial"/>
              </a:defRPr>
            </a:pPr>
            <a:r>
              <a:rPr lang="ru-RU" sz="5400" dirty="0">
                <a:solidFill>
                  <a:schemeClr val="tx2"/>
                </a:solidFill>
                <a:latin typeface="Arial" panose="020B0604020202020204" pitchFamily="34" charset="0"/>
                <a:cs typeface="Arial" panose="020B0604020202020204" pitchFamily="34" charset="0"/>
              </a:rPr>
              <a:t>(предприятия или иное), описать автоматизируемые процессы, используя основные нотации моделирования бизнес-процессов (IDEF0, BPMN, EPC и др.)</a:t>
            </a:r>
          </a:p>
          <a:p>
            <a:pPr algn="l" defTabSz="457248">
              <a:lnSpc>
                <a:spcPct val="120000"/>
              </a:lnSpc>
              <a:defRPr sz="2200" b="0">
                <a:solidFill>
                  <a:srgbClr val="7F8189"/>
                </a:solidFill>
                <a:latin typeface="Arial"/>
                <a:ea typeface="Arial"/>
                <a:cs typeface="Arial"/>
                <a:sym typeface="Arial"/>
              </a:defRPr>
            </a:pPr>
            <a:endParaRPr lang="ru-RU" sz="5400" dirty="0">
              <a:solidFill>
                <a:schemeClr val="tx2"/>
              </a:solidFill>
              <a:latin typeface="Arial" panose="020B0604020202020204" pitchFamily="34" charset="0"/>
              <a:cs typeface="Arial" panose="020B0604020202020204" pitchFamily="34" charset="0"/>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All the world is made of faith, and trust, and pixie dust."/>
          <p:cNvSpPr txBox="1"/>
          <p:nvPr/>
        </p:nvSpPr>
        <p:spPr>
          <a:xfrm>
            <a:off x="1193292" y="657327"/>
            <a:ext cx="16363188" cy="9335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spAutoFit/>
          </a:bodyPr>
          <a:lstStyle>
            <a:lvl1pPr algn="l">
              <a:defRPr sz="5000" b="0">
                <a:solidFill>
                  <a:srgbClr val="242423"/>
                </a:solidFill>
                <a:latin typeface="Montserrat Bold"/>
                <a:ea typeface="Montserrat Bold"/>
                <a:cs typeface="Montserrat Bold"/>
                <a:sym typeface="Montserrat Bold"/>
              </a:defRPr>
            </a:lvl1pPr>
          </a:lstStyle>
          <a:p>
            <a:pPr algn="ctr"/>
            <a:r>
              <a:rPr lang="ru-RU" sz="5400" b="1" dirty="0">
                <a:solidFill>
                  <a:schemeClr val="bg1"/>
                </a:solidFill>
                <a:latin typeface="Arial" panose="020B0604020202020204" pitchFamily="34" charset="0"/>
                <a:cs typeface="Arial" panose="020B0604020202020204" pitchFamily="34" charset="0"/>
              </a:rPr>
              <a:t>ТРЕБОВАНИЯ К РАЗРАБОТАННОЙ ИС</a:t>
            </a:r>
          </a:p>
        </p:txBody>
      </p:sp>
      <p:sp>
        <p:nvSpPr>
          <p:cNvPr id="7" name="Rectangle">
            <a:extLst>
              <a:ext uri="{FF2B5EF4-FFF2-40B4-BE49-F238E27FC236}">
                <a16:creationId xmlns:a16="http://schemas.microsoft.com/office/drawing/2014/main" id="{955C94AE-B80E-4918-B201-60D7FF67FDAB}"/>
              </a:ext>
            </a:extLst>
          </p:cNvPr>
          <p:cNvSpPr/>
          <p:nvPr/>
        </p:nvSpPr>
        <p:spPr>
          <a:xfrm>
            <a:off x="349" y="2139697"/>
            <a:ext cx="24383652" cy="4718304"/>
          </a:xfrm>
          <a:prstGeom prst="rect">
            <a:avLst/>
          </a:prstGeom>
          <a:solidFill>
            <a:srgbClr val="EFF0EF"/>
          </a:solidFill>
          <a:ln w="12700">
            <a:solidFill>
              <a:srgbClr val="EFF0E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4" name="Lorem ipsum dolor sit amet, consectetur adipiscing elit, sed do eiusmod tempor incididunt ut labore et dolore magna aliqua. Arcu dictum varius duis at consectetur lorem donec. Volutpat maecenas volutpat blandit aliquam. Egestas quis ipsum suspendisse ult">
            <a:extLst>
              <a:ext uri="{FF2B5EF4-FFF2-40B4-BE49-F238E27FC236}">
                <a16:creationId xmlns:a16="http://schemas.microsoft.com/office/drawing/2014/main" id="{A702AD97-02BC-4CA9-8208-10BA43CABD35}"/>
              </a:ext>
            </a:extLst>
          </p:cNvPr>
          <p:cNvSpPr txBox="1"/>
          <p:nvPr/>
        </p:nvSpPr>
        <p:spPr>
          <a:xfrm>
            <a:off x="1390650" y="3694471"/>
            <a:ext cx="15921990" cy="68887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gn="l" defTabSz="457248">
              <a:lnSpc>
                <a:spcPct val="120000"/>
              </a:lnSpc>
              <a:defRPr sz="2200" b="0">
                <a:solidFill>
                  <a:srgbClr val="7F8189"/>
                </a:solidFill>
                <a:latin typeface="Arial"/>
                <a:ea typeface="Arial"/>
                <a:cs typeface="Arial"/>
                <a:sym typeface="Arial"/>
              </a:defRPr>
            </a:pPr>
            <a:r>
              <a:rPr lang="ru-RU" sz="5400" dirty="0">
                <a:solidFill>
                  <a:schemeClr val="tx2"/>
                </a:solidFill>
                <a:latin typeface="Arial" panose="020B0604020202020204" pitchFamily="34" charset="0"/>
                <a:cs typeface="Arial" panose="020B0604020202020204" pitchFamily="34" charset="0"/>
              </a:rPr>
              <a:t>#Обозначить диаграмму, отражающую основные функциональные требования к системе. </a:t>
            </a:r>
          </a:p>
          <a:p>
            <a:pPr algn="l" defTabSz="457248">
              <a:lnSpc>
                <a:spcPct val="120000"/>
              </a:lnSpc>
              <a:defRPr sz="2200" b="0">
                <a:solidFill>
                  <a:srgbClr val="7F8189"/>
                </a:solidFill>
                <a:latin typeface="Arial"/>
                <a:ea typeface="Arial"/>
                <a:cs typeface="Arial"/>
                <a:sym typeface="Arial"/>
              </a:defRPr>
            </a:pPr>
            <a:r>
              <a:rPr lang="ru-RU" sz="5400" dirty="0">
                <a:solidFill>
                  <a:schemeClr val="tx2"/>
                </a:solidFill>
                <a:latin typeface="Arial" panose="020B0604020202020204" pitchFamily="34" charset="0"/>
                <a:cs typeface="Arial" panose="020B0604020202020204" pitchFamily="34" charset="0"/>
              </a:rPr>
              <a:t>#Отразить основные нефункциональные требования.</a:t>
            </a:r>
          </a:p>
          <a:p>
            <a:pPr algn="l" defTabSz="457248">
              <a:lnSpc>
                <a:spcPct val="120000"/>
              </a:lnSpc>
              <a:defRPr sz="2200" b="0">
                <a:solidFill>
                  <a:srgbClr val="7F8189"/>
                </a:solidFill>
                <a:latin typeface="Arial"/>
                <a:ea typeface="Arial"/>
                <a:cs typeface="Arial"/>
                <a:sym typeface="Arial"/>
              </a:defRPr>
            </a:pPr>
            <a:r>
              <a:rPr lang="ru-RU" sz="5400" dirty="0">
                <a:solidFill>
                  <a:schemeClr val="tx2"/>
                </a:solidFill>
                <a:latin typeface="Arial" panose="020B0604020202020204" pitchFamily="34" charset="0"/>
                <a:cs typeface="Arial" panose="020B0604020202020204" pitchFamily="34" charset="0"/>
              </a:rPr>
              <a:t># Представить краткое обоснование выбора инструментальных средств, программного, технического обеспечения, СУБД и пр.</a:t>
            </a:r>
          </a:p>
        </p:txBody>
      </p:sp>
    </p:spTree>
    <p:extLst>
      <p:ext uri="{BB962C8B-B14F-4D97-AF65-F5344CB8AC3E}">
        <p14:creationId xmlns:p14="http://schemas.microsoft.com/office/powerpoint/2010/main" val="3902844470"/>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All the world is made of faith, and trust, and pixie dust."/>
          <p:cNvSpPr txBox="1"/>
          <p:nvPr/>
        </p:nvSpPr>
        <p:spPr>
          <a:xfrm>
            <a:off x="1193292" y="200127"/>
            <a:ext cx="16607028" cy="17645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spAutoFit/>
          </a:bodyPr>
          <a:lstStyle>
            <a:lvl1pPr algn="l">
              <a:defRPr sz="5000" b="0">
                <a:solidFill>
                  <a:srgbClr val="242423"/>
                </a:solidFill>
                <a:latin typeface="Montserrat Bold"/>
                <a:ea typeface="Montserrat Bold"/>
                <a:cs typeface="Montserrat Bold"/>
                <a:sym typeface="Montserrat Bold"/>
              </a:defRPr>
            </a:lvl1pPr>
          </a:lstStyle>
          <a:p>
            <a:pPr algn="ctr"/>
            <a:r>
              <a:rPr lang="ru-RU" sz="5400" b="1" dirty="0">
                <a:solidFill>
                  <a:schemeClr val="bg1"/>
                </a:solidFill>
                <a:latin typeface="Arial" panose="020B0604020202020204" pitchFamily="34" charset="0"/>
                <a:cs typeface="Arial" panose="020B0604020202020204" pitchFamily="34" charset="0"/>
              </a:rPr>
              <a:t>ИНФОРМАЦИОННОЕ И ПРОГРАММНОЕ ОБЕСПЕЧЕНИЕ</a:t>
            </a:r>
          </a:p>
        </p:txBody>
      </p:sp>
      <p:sp>
        <p:nvSpPr>
          <p:cNvPr id="7" name="Rectangle">
            <a:extLst>
              <a:ext uri="{FF2B5EF4-FFF2-40B4-BE49-F238E27FC236}">
                <a16:creationId xmlns:a16="http://schemas.microsoft.com/office/drawing/2014/main" id="{955C94AE-B80E-4918-B201-60D7FF67FDAB}"/>
              </a:ext>
            </a:extLst>
          </p:cNvPr>
          <p:cNvSpPr/>
          <p:nvPr/>
        </p:nvSpPr>
        <p:spPr>
          <a:xfrm>
            <a:off x="349" y="2139697"/>
            <a:ext cx="24383652" cy="4718304"/>
          </a:xfrm>
          <a:prstGeom prst="rect">
            <a:avLst/>
          </a:prstGeom>
          <a:solidFill>
            <a:srgbClr val="EFF0EF"/>
          </a:solidFill>
          <a:ln w="12700">
            <a:solidFill>
              <a:srgbClr val="EFF0E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4" name="Lorem ipsum dolor sit amet, consectetur adipiscing elit, sed do eiusmod tempor incididunt ut labore et dolore magna aliqua. Arcu dictum varius duis at consectetur lorem donec. Volutpat maecenas volutpat blandit aliquam. Egestas quis ipsum suspendisse ult">
            <a:extLst>
              <a:ext uri="{FF2B5EF4-FFF2-40B4-BE49-F238E27FC236}">
                <a16:creationId xmlns:a16="http://schemas.microsoft.com/office/drawing/2014/main" id="{CD0C1FE3-0CF6-4BA9-9372-AAF16C7A55B3}"/>
              </a:ext>
            </a:extLst>
          </p:cNvPr>
          <p:cNvSpPr txBox="1"/>
          <p:nvPr/>
        </p:nvSpPr>
        <p:spPr>
          <a:xfrm>
            <a:off x="1390650" y="2859943"/>
            <a:ext cx="19244310" cy="9675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gn="l" defTabSz="457248">
              <a:lnSpc>
                <a:spcPct val="120000"/>
              </a:lnSpc>
              <a:defRPr sz="2200" b="0">
                <a:solidFill>
                  <a:srgbClr val="7F8189"/>
                </a:solidFill>
                <a:latin typeface="Arial"/>
                <a:ea typeface="Arial"/>
                <a:cs typeface="Arial"/>
                <a:sym typeface="Arial"/>
              </a:defRPr>
            </a:pPr>
            <a:r>
              <a:rPr lang="ru-RU" sz="4400" dirty="0">
                <a:solidFill>
                  <a:schemeClr val="tx2"/>
                </a:solidFill>
                <a:latin typeface="Arial" panose="020B0604020202020204" pitchFamily="34" charset="0"/>
                <a:cs typeface="Arial" panose="020B0604020202020204" pitchFamily="34" charset="0"/>
              </a:rPr>
              <a:t>#Представить структуру информационного обеспечения: концептуальную модель данных, физическую и логическую модели данных, структуру основных таблиц. </a:t>
            </a:r>
          </a:p>
          <a:p>
            <a:pPr algn="l" defTabSz="457248">
              <a:lnSpc>
                <a:spcPct val="120000"/>
              </a:lnSpc>
              <a:defRPr sz="2200" b="0">
                <a:solidFill>
                  <a:srgbClr val="7F8189"/>
                </a:solidFill>
                <a:latin typeface="Arial"/>
                <a:ea typeface="Arial"/>
                <a:cs typeface="Arial"/>
                <a:sym typeface="Arial"/>
              </a:defRPr>
            </a:pPr>
            <a:r>
              <a:rPr lang="ru-RU" sz="4400" dirty="0">
                <a:solidFill>
                  <a:schemeClr val="tx2"/>
                </a:solidFill>
                <a:latin typeface="Arial" panose="020B0604020202020204" pitchFamily="34" charset="0"/>
                <a:cs typeface="Arial" panose="020B0604020202020204" pitchFamily="34" charset="0"/>
              </a:rPr>
              <a:t># В случае, если в работе не проектировалась или не использовалась БД, представить структуру иного информационного обеспечения, например, структуру файлов, параметров и переменных имитационной модели или иное. </a:t>
            </a:r>
          </a:p>
          <a:p>
            <a:pPr algn="l" defTabSz="457248">
              <a:lnSpc>
                <a:spcPct val="120000"/>
              </a:lnSpc>
              <a:defRPr sz="2200" b="0">
                <a:solidFill>
                  <a:srgbClr val="7F8189"/>
                </a:solidFill>
                <a:latin typeface="Arial"/>
                <a:ea typeface="Arial"/>
                <a:cs typeface="Arial"/>
                <a:sym typeface="Arial"/>
              </a:defRPr>
            </a:pPr>
            <a:r>
              <a:rPr lang="ru-RU" sz="4400" dirty="0">
                <a:solidFill>
                  <a:schemeClr val="tx2"/>
                </a:solidFill>
                <a:latin typeface="Arial" panose="020B0604020202020204" pitchFamily="34" charset="0"/>
                <a:cs typeface="Arial" panose="020B0604020202020204" pitchFamily="34" charset="0"/>
              </a:rPr>
              <a:t>#Показать структуру разрабатываемого программного</a:t>
            </a:r>
          </a:p>
          <a:p>
            <a:pPr algn="l" defTabSz="457248">
              <a:lnSpc>
                <a:spcPct val="120000"/>
              </a:lnSpc>
              <a:defRPr sz="2200" b="0">
                <a:solidFill>
                  <a:srgbClr val="7F8189"/>
                </a:solidFill>
                <a:latin typeface="Arial"/>
                <a:ea typeface="Arial"/>
                <a:cs typeface="Arial"/>
                <a:sym typeface="Arial"/>
              </a:defRPr>
            </a:pPr>
            <a:r>
              <a:rPr lang="ru-RU" sz="4400" dirty="0">
                <a:solidFill>
                  <a:schemeClr val="tx2"/>
                </a:solidFill>
                <a:latin typeface="Arial" panose="020B0604020202020204" pitchFamily="34" charset="0"/>
                <a:cs typeface="Arial" panose="020B0604020202020204" pitchFamily="34" charset="0"/>
              </a:rPr>
              <a:t>обеспечения в виде диаграммы классов, компонентов, модулей или иное. </a:t>
            </a:r>
          </a:p>
          <a:p>
            <a:pPr algn="l" defTabSz="457248">
              <a:lnSpc>
                <a:spcPct val="120000"/>
              </a:lnSpc>
              <a:defRPr sz="2200" b="0">
                <a:solidFill>
                  <a:srgbClr val="7F8189"/>
                </a:solidFill>
                <a:latin typeface="Arial"/>
                <a:ea typeface="Arial"/>
                <a:cs typeface="Arial"/>
                <a:sym typeface="Arial"/>
              </a:defRPr>
            </a:pPr>
            <a:r>
              <a:rPr lang="ru-RU" sz="4400" dirty="0">
                <a:solidFill>
                  <a:schemeClr val="tx2"/>
                </a:solidFill>
                <a:latin typeface="Arial" panose="020B0604020202020204" pitchFamily="34" charset="0"/>
                <a:cs typeface="Arial" panose="020B0604020202020204" pitchFamily="34" charset="0"/>
              </a:rPr>
              <a:t># При использовании паттернов проектирования обязательно сделать на этом акцент. </a:t>
            </a:r>
          </a:p>
        </p:txBody>
      </p:sp>
    </p:spTree>
    <p:extLst>
      <p:ext uri="{BB962C8B-B14F-4D97-AF65-F5344CB8AC3E}">
        <p14:creationId xmlns:p14="http://schemas.microsoft.com/office/powerpoint/2010/main" val="572606655"/>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All the world is made of faith, and trust, and pixie dust."/>
          <p:cNvSpPr txBox="1"/>
          <p:nvPr/>
        </p:nvSpPr>
        <p:spPr>
          <a:xfrm>
            <a:off x="1193292" y="657327"/>
            <a:ext cx="18131028" cy="9335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spAutoFit/>
          </a:bodyPr>
          <a:lstStyle>
            <a:lvl1pPr algn="l">
              <a:defRPr sz="5000" b="0">
                <a:solidFill>
                  <a:srgbClr val="242423"/>
                </a:solidFill>
                <a:latin typeface="Montserrat Bold"/>
                <a:ea typeface="Montserrat Bold"/>
                <a:cs typeface="Montserrat Bold"/>
                <a:sym typeface="Montserrat Bold"/>
              </a:defRPr>
            </a:lvl1pPr>
          </a:lstStyle>
          <a:p>
            <a:pPr algn="ctr"/>
            <a:r>
              <a:rPr lang="ru-RU" sz="5400" b="1" cap="all" dirty="0">
                <a:solidFill>
                  <a:schemeClr val="bg1"/>
                </a:solidFill>
                <a:latin typeface="Arial" panose="020B0604020202020204" pitchFamily="34" charset="0"/>
                <a:cs typeface="Arial" panose="020B0604020202020204" pitchFamily="34" charset="0"/>
                <a:sym typeface="+mn-ea"/>
              </a:rPr>
              <a:t>Вывод по модулю, ДЕМОНСТРАЦИЯ ПРОЕКТА </a:t>
            </a:r>
            <a:endParaRPr lang="ru-RU" sz="5400" cap="all" dirty="0">
              <a:solidFill>
                <a:schemeClr val="bg1"/>
              </a:solidFill>
              <a:latin typeface="Arial" panose="020B0604020202020204" pitchFamily="34" charset="0"/>
              <a:cs typeface="Arial" panose="020B0604020202020204" pitchFamily="34" charset="0"/>
            </a:endParaRPr>
          </a:p>
        </p:txBody>
      </p:sp>
      <p:sp>
        <p:nvSpPr>
          <p:cNvPr id="7" name="Rectangle">
            <a:extLst>
              <a:ext uri="{FF2B5EF4-FFF2-40B4-BE49-F238E27FC236}">
                <a16:creationId xmlns:a16="http://schemas.microsoft.com/office/drawing/2014/main" id="{955C94AE-B80E-4918-B201-60D7FF67FDAB}"/>
              </a:ext>
            </a:extLst>
          </p:cNvPr>
          <p:cNvSpPr/>
          <p:nvPr/>
        </p:nvSpPr>
        <p:spPr>
          <a:xfrm>
            <a:off x="349" y="2139697"/>
            <a:ext cx="24383652" cy="4718304"/>
          </a:xfrm>
          <a:prstGeom prst="rect">
            <a:avLst/>
          </a:prstGeom>
          <a:solidFill>
            <a:srgbClr val="EFF0EF"/>
          </a:solidFill>
          <a:ln w="12700">
            <a:solidFill>
              <a:srgbClr val="EFF0E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2" name="Управляющая кнопка: документ 1">
            <a:hlinkClick r:id="rId2" action="ppaction://hlinksldjump" highlightClick="1"/>
            <a:extLst>
              <a:ext uri="{FF2B5EF4-FFF2-40B4-BE49-F238E27FC236}">
                <a16:creationId xmlns:a16="http://schemas.microsoft.com/office/drawing/2014/main" id="{DA318A56-F2AF-46A7-9F6C-7C2EFC01BFE8}"/>
              </a:ext>
            </a:extLst>
          </p:cNvPr>
          <p:cNvSpPr/>
          <p:nvPr/>
        </p:nvSpPr>
        <p:spPr>
          <a:xfrm>
            <a:off x="23134320" y="12435838"/>
            <a:ext cx="1115568" cy="1170433"/>
          </a:xfrm>
          <a:prstGeom prst="actionButtonDocumen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6" name="Lorem ipsum dolor sit amet, consectetur adipiscing elit, sed do eiusmod tempor incididunt ut labore et dolore magna aliqua. Arcu dictum varius duis at consectetur lorem donec. Volutpat maecenas volutpat blandit aliquam. Egestas quis ipsum suspendisse ult">
            <a:extLst>
              <a:ext uri="{FF2B5EF4-FFF2-40B4-BE49-F238E27FC236}">
                <a16:creationId xmlns:a16="http://schemas.microsoft.com/office/drawing/2014/main" id="{B9083FB9-A161-4706-A8CC-09006749EF22}"/>
              </a:ext>
            </a:extLst>
          </p:cNvPr>
          <p:cNvSpPr txBox="1"/>
          <p:nvPr/>
        </p:nvSpPr>
        <p:spPr>
          <a:xfrm>
            <a:off x="1390650" y="2859943"/>
            <a:ext cx="19244310" cy="7378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gn="l" defTabSz="457248">
              <a:lnSpc>
                <a:spcPct val="120000"/>
              </a:lnSpc>
              <a:defRPr sz="2200" b="0">
                <a:solidFill>
                  <a:srgbClr val="7F8189"/>
                </a:solidFill>
                <a:latin typeface="Arial"/>
                <a:ea typeface="Arial"/>
                <a:cs typeface="Arial"/>
                <a:sym typeface="Arial"/>
              </a:defRPr>
            </a:pPr>
            <a:r>
              <a:rPr lang="ru-RU" sz="4400" dirty="0">
                <a:solidFill>
                  <a:schemeClr val="tx2"/>
                </a:solidFill>
                <a:latin typeface="Arial" panose="020B0604020202020204" pitchFamily="34" charset="0"/>
                <a:cs typeface="Arial" panose="020B0604020202020204" pitchFamily="34" charset="0"/>
              </a:rPr>
              <a:t>Вывод по модулю, демонстрация проекта</a:t>
            </a:r>
          </a:p>
        </p:txBody>
      </p:sp>
    </p:spTree>
    <p:extLst>
      <p:ext uri="{BB962C8B-B14F-4D97-AF65-F5344CB8AC3E}">
        <p14:creationId xmlns:p14="http://schemas.microsoft.com/office/powerpoint/2010/main" val="1727171704"/>
      </p:ext>
    </p:extLst>
  </p:cSld>
  <p:clrMapOvr>
    <a:masterClrMapping/>
  </p:clrMapOvr>
  <p:transition spd="med"/>
</p:sld>
</file>

<file path=ppt/theme/theme1.xml><?xml version="1.0" encoding="utf-8"?>
<a:theme xmlns:a="http://schemas.openxmlformats.org/drawingml/2006/main" name="White">
  <a:themeElements>
    <a:clrScheme name="Другая 2">
      <a:dk1>
        <a:srgbClr val="232422"/>
      </a:dk1>
      <a:lt1>
        <a:srgbClr val="FFFFFF"/>
      </a:lt1>
      <a:dk2>
        <a:srgbClr val="7E8089"/>
      </a:dk2>
      <a:lt2>
        <a:srgbClr val="EFF0EF"/>
      </a:lt2>
      <a:accent1>
        <a:srgbClr val="C81240"/>
      </a:accent1>
      <a:accent2>
        <a:srgbClr val="A00F33"/>
      </a:accent2>
      <a:accent3>
        <a:srgbClr val="D3E0E4"/>
      </a:accent3>
      <a:accent4>
        <a:srgbClr val="29345B"/>
      </a:accent4>
      <a:accent5>
        <a:srgbClr val="171F29"/>
      </a:accent5>
      <a:accent6>
        <a:srgbClr val="B3B6BA"/>
      </a:accent6>
      <a:hlink>
        <a:srgbClr val="7E8089"/>
      </a:hlink>
      <a:folHlink>
        <a:srgbClr val="93969C"/>
      </a:folHlink>
    </a:clrScheme>
    <a:fontScheme name="Academy">
      <a:majorFont>
        <a:latin typeface="Montserrat SemiBold"/>
        <a:ea typeface="Helvetica Neue Medium"/>
        <a:cs typeface="Helvetica Neue Medium"/>
      </a:majorFont>
      <a:minorFont>
        <a:latin typeface="Montserrat"/>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EFDD66"/>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EFDD66"/>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12884</TotalTime>
  <Words>251</Words>
  <Application>Microsoft Macintosh PowerPoint</Application>
  <PresentationFormat>Произвольный</PresentationFormat>
  <Paragraphs>36</Paragraphs>
  <Slides>7</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7</vt:i4>
      </vt:variant>
    </vt:vector>
  </HeadingPairs>
  <TitlesOfParts>
    <vt:vector size="11" baseType="lpstr">
      <vt:lpstr>Arial</vt:lpstr>
      <vt:lpstr>Arial Black</vt:lpstr>
      <vt:lpstr>Helvetica Neue</vt:lpstr>
      <vt:lpstr>White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Апакин Михаил Александрович</dc:creator>
  <cp:lastModifiedBy>Мушегян Нарек Арсенович</cp:lastModifiedBy>
  <cp:revision>511</cp:revision>
  <cp:lastPrinted>2024-05-06T13:42:22Z</cp:lastPrinted>
  <dcterms:modified xsi:type="dcterms:W3CDTF">2026-05-20T20:57:39Z</dcterms:modified>
</cp:coreProperties>
</file>